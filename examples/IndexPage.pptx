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240000" cy="1272222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21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C4D5F-0971-0217-7BBE-814D5D6F5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082087"/>
            <a:ext cx="11430000" cy="44292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5AF857-1543-8A79-4643-6047FEA18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6682114"/>
            <a:ext cx="11430000" cy="3071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FA3ACC-729D-2BF7-9FAE-64B8CF74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4F218-2DE3-61C6-40AB-10A243D3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F664D0-4501-CB19-F878-3889AE78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4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1EC1F-B464-F7FC-D404-E8BF9A95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F821FD-3D9D-DADE-7D9B-2C1FBE732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5FE48-F603-95D9-AB28-FB6C8782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D54FBA-1B02-6073-1FF1-A2938CE1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5E076-DA06-EB93-3F91-36701E9D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78736-F0A8-2C76-69E3-1D83EAFE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3171725"/>
            <a:ext cx="13144500" cy="529209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373F4D-9AE1-7931-0D23-1E875CEA7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8513881"/>
            <a:ext cx="13144500" cy="27829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365BB-9563-751A-C8C3-F7E73CD9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F5EF38-2F97-2AD1-F544-23167AF3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1E54B-2736-E744-FD1B-1B896697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43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7911F-F3FA-4920-02BC-C29C1933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402383-5850-9D99-C436-F094E8DD7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3386703"/>
            <a:ext cx="6477000" cy="807213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B1BE09-0D55-08B5-9A3E-D86FE2346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5250" y="3386703"/>
            <a:ext cx="6477000" cy="807213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EC759D-C5F5-F3D7-43CB-D193359C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E1223-D012-A68A-6777-4EF48D7C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084C93-161B-FF0D-79C6-42CF6C79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00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D2162-AFFA-D5A9-7A1F-68833C49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5" y="677344"/>
            <a:ext cx="13144500" cy="245904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EA772E-B905-21D4-8935-ABE6B867F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736" y="3118713"/>
            <a:ext cx="6447234" cy="15284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8F4853-FF00-67D1-3E62-437F92EB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736" y="4647146"/>
            <a:ext cx="6447234" cy="68352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8BA17F-62C7-CB94-204D-B03522439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1" y="3118713"/>
            <a:ext cx="6478985" cy="15284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22959F-4337-F6CF-D23F-4A9947619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1" y="4647146"/>
            <a:ext cx="6478985" cy="68352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BC371D-EE02-6800-8A9B-42C02AC0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55C1B7-98E5-FA54-7386-35C2BB1D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25ECFF-B266-7350-E61A-32CEB5E7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9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867A7-3BCB-288C-9E3A-F6646C56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5C8F25-3986-944A-5334-FB217912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796B53-237B-7510-E65B-2DBD5DE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29432-2A8F-697E-D457-4254A68C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9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C9EECF-C1BA-F6DA-2EED-7386D4BC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BCB063-A0D4-7CCD-8C38-D420F293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430719-1DB7-B613-1674-33443CF2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61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4D415-4FA5-31D4-D501-25E44E87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848148"/>
            <a:ext cx="4915296" cy="296851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71987B-0BED-2F90-66AB-CAB5B38B2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985" y="1831767"/>
            <a:ext cx="7715250" cy="90410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13BDEC-64CD-6F92-A09E-CB92AFC5C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3816667"/>
            <a:ext cx="4915296" cy="707084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EEEC8B-3889-CAF2-D950-2B4CD204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0739F-BD3E-DC92-ACBC-7FCB0F1F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E67FB-D9EF-67AC-9771-ECC04D88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9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518B7-49DD-31B2-EFDA-8948764D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848148"/>
            <a:ext cx="4915296" cy="296851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FF4066-A42D-35F7-2ECD-C3FBC4701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985" y="1831767"/>
            <a:ext cx="7715250" cy="90410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500551-4D62-B7CA-3D81-B959F474D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3816667"/>
            <a:ext cx="4915296" cy="707084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9DD76A-0E99-70D6-3D0C-488A69B4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9E5940-793B-C046-DE9D-2892BCF0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3D3DC3-C321-F075-9CCD-2FBC2FD6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02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B4E0-1BE8-2010-54BA-F538ECE9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28F196-FEE9-A2E3-1DF0-11FF90EBE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437A8C-3F81-9647-3F61-7AB5489C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EFCD1-46FB-32C7-7560-E21E74D9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B4D28-0034-D727-1D03-BA0F8F96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1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B79EF0-7012-2023-80EE-74BE4986C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6" y="677340"/>
            <a:ext cx="3286125" cy="107814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8E5DE-A7A4-6919-CF5E-F005A639E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1" y="677340"/>
            <a:ext cx="9667875" cy="1078149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CB3B83-560D-8459-77E5-0F6464D9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32B8E3-19CA-6952-E8CF-351ED591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4EABB-C1F9-1806-1958-98A17730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7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E7E4FD-EF71-08E7-83A8-DC265FD9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677344"/>
            <a:ext cx="13144500" cy="2459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91DD7-BB18-DD48-9808-4E595014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3386703"/>
            <a:ext cx="13144500" cy="8072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3566E-421F-E262-9C76-635978B1F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" y="11791620"/>
            <a:ext cx="3429000" cy="677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EB54C-D684-4DB5-A51E-0928DCFF11B5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1006D-D61D-6FB7-A302-874A81D23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8250" y="11791620"/>
            <a:ext cx="5143500" cy="677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F8455-8152-42EE-F4AD-348440963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11791620"/>
            <a:ext cx="3429000" cy="677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ECEB8-1CBD-4828-B834-66E4702FC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9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t_pageJsonMeta1" descr="qt:meta;kind=pageJson;encoding=base64;chunk=1;chunks=2;data=eyJzY2hlbWFWZXJzaW9uIjoiMC4xLjAiLCJ0b29sIjp7Im5hbWUiOiJxdWFzYXItdG9vbCIsImFydGlmYWN0VHlwZSI6InBhZ2UtZGVmaW5pdGlvbiIsImRlc2NyaXB0aW9uIjoiVnVlIO2MjOydvOyXkOyEnCDsl63rs4DtmZjrkJwgVUkgVE9PTCDtjpjsnbTsp4Ag6rKw6rO866y8IEpTT04ifSwicGFnZSI6eyJpZCI6IkluZGV4UGFnZSIsIm5hbWUiOiJJbmRleFBhZ2UiLCJyb3V0ZSI6Ii8iLCJzb3VyY2VWdWVQYXRoIjoic3JjL3BhZ2VzL0luZGV4UGFnZS52dWUiLCJ0YXJnZXRWdWVQYXRoIjoic3JjL3BhZ2VzL0luZGV4UGFnZS52dWUiLCJmcmFtZXdvcmsiOiJxdWFzYXIiLCJjb21wb25lbnQiOiJQYWdlIn0sImRhdGEiOnsic3RhZ2VzIjpbeyJ0aXRsZSI6IjHri6jqs4QiLCJkZXNjcmlwdGlvbiI6IlVJ7ZmU66m07Y647KeR6riwIOqysOqzvOusvOyduCDtmZTrqbQgSlNPTiAtPiBWdWUg7YyM7J28IOyDneyEseq4sCJ9LHsidGl0bGUiOiIy64uo6rOEIiwiZGVzY3JpcHRpb24iOiLsu7Ttj6zrhIztirgg7YyU66CI7Yq4ICsg7IaN7ISxIO2MqOuEkCJ9LHsidGl0bGUiOiIz64uo6rOEIiwiZGVzY3JpcHRpb24iOiLrk5zrnpjqt7jslaTrk5zroa0g7ZmU66m0IOuwsOy5mCJ9LHsidGl0bGUiOiI064uo6rOEIiwiZGVzY3JpcHRpb24iOiLqt7jrpqzrk5wsIO2MneyXhSwg6rO17Ya17L2U65OcLCBBUEkg7J6Q64+Z7Jew6rKwIn0seyJ0aXRsZSI6IjXri6jqs4QiLCJkZXNjcmlwdGlvbiI6IlZTIENvZGUgRXh0ZW5zaW9uIO2Gte2VqSJ9XSwic2VhcmNoIjp7ImNsYXNzMSI6bnVsbCwiY2xhc3MyIjpudWxsLCJyZXF1aXJlZFluIjpmYWxzZSwidXNlWW4iOmZhbHNlLCJuYW1lIjoiIn0sImNsYXNzT3B0aW9ucyI6W10sInRhYmxleWlxcWtGaWx0ZXIiOiIiLCJ0YWJsZXlpcXFrUGFnaW5hdGlvbiI6eyJwYWdlIjoxLCJyb3dzUGVyUGFnZSI6MTB9LCJUYWJsZTAwMVNlbGVjdGVkIjpbXSwiVGFibGUwMDFQYWdpbmF0aW9uIjp7InBhZ2UiOjEsInJvd3NQZXJQYWdlIjoxMH19LCJjb21wb25lbnRzIjpbeyJpZCI6InBhZ2U1aXR5MSIsInR5cGUiOiJQYWdlIiwicHJvcHMiOnsicGFkZGluZyI6dHJ1ZX0sImNoaWxkcmVuIjpbeyJpZCI6IkNhcmQwMDEiLCJ0eXBlIjoiQ2FyZCIsInByb3BzIjp7ImZsYXQiOnRydWUsImJvcmRlcmVkIjp0cnVlfSwiY2hpbGRyZW4iOlt7ImlkIjoiQ2FyZFNlY3Rpb24wMDEiLCJ0eXBlIjoiQ2FyZFNlY3Rpb24iLCJjbGFzcyI6InEtcGEtc20iLCJjaGlsZHJlbiI6W3siaWQiOiJEaXYwMTciLCJ0eXBlIjoiSHRtbEVsZW1lbnQiLCJ0YWciOiJkaXYiLCJjbGFzcyI6InJvdyBxLWNvbC1ndXR0ZXItc20iLCJjaGlsZHJlbiI6W3siaWQiOiJEaXYwMTQiLCJ0eXBlIjoiSHRtbEVsZW1lbnQiLCJ0YWciOiJkaXYiLCJjbGFzcyI6ImNvbCIsImNoaWxkcmVuIjpbeyJpZCI6IkRpdjAwOSIsInR5cGUiOiJIdG1sRWxlbWVudCIsInRhZyI6ImRpdiIsImNsYXNzIjoicm93IiwiY2hpbGRyZW4iOlt7ImlkIjoiRGl2MDAyIiwidHlwZSI6Ikh0bWxFbGVtZW50IiwidGFnIjoiZGl2IiwiY2xhc3MiOiJjb2wtMiIsImNoaWxkcmVuIjpbeyJpZCI6IkRpdjAwMSIsInR5cGUiOiJIdG1sRWxlbWVudCIsInRhZyI6ImRpdiIsImNsYXNzIjoiYmctZ3JleS00IHJvdyBpdGVtcy1jZW50ZXIgcS1weC1tZCBmdWxsLWhlaWdodCByb3VuZGVkLWJvcmRlcnMgb3ZlcmZsb3ctaGlkZGVuIiwic3R5bGUiOiJib3JkZXItcmFkaXVzOiA0cHgiLCJ0ZXh0Ijoi7KGw7ZqM67aE66WYIiwiY2hpbGRyZW4iOlt7ImlkIjoiU3BhbjAwMSIsInR5cGUiOiJIdG1sRWxlbWVudCIsInRhZyI6InNwYW4iLCJjbGFzcyI6InRleHQtbmVnYXRpdmUgcS1tbC14cyIsInRleHQiOiIqIn1dfV19LHsiaWQiOiJEaXYwMDMiLCJ0eXBlIjoiSHRtbEVsZW1lbnQiLCJ0YWciOiJkaXYiLCJjbGFzcyI6ImNvbC0yIGJnLXdoaXRlIHEtcGEteHMiLCJjaGlsZHJlbiI6W3siaWQiOiJTZWxlY3QwMDEiLCJ0eXBlIjoiU2VsZWN0IiwicHJvcHMiOnsib3V0bGluZWQiOnRydWUsImRlbnNlIjp0cnVlLCJiZ0NvbG9yIjoid2hpdGUifSwibW9kZWxzIjp7Im1vZGVsVmFsdWUiOiJzZWFyY2guY2xhc3MxIn0sImR5bmFtaWNQcm9wcyI6eyJvcHRpb25zIjoiY2xhc3NPcHRpb25zIn19XX0seyJpZCI6IkRpdjAwNCIsInR5cGUiOiJIdG1sRWxlbWVudCIsInRhZyI6ImRpdiIsImNsYXNzIjoiY29sLTIgYmctd2hpdGUgcS1wYS14cyIsImNoaWxkcmVuIjpbeyJpZCI6IlNlbGVjdDAwMiIsInR5cGUiOiJTZWxlY3QiLCJwcm9wcyI6eyJvdXRsaW5lZCI6dHJ1ZSwiZGVuc2UiOnRydWUsImJnQ29sb3IiOiJ3aGl0ZSJ9LCJtb2RlbHMiOnsibW9kZWxWYWx1ZSI6InNlYXJjaC5jbGFzczIifSwiZHluYW1pY1Byb3BzIjp7Im9wdGlvbnMiOiJjbGFzc09wdGlvbnMifX1dfSx7ImlkIjoiRGl2MDA2IiwidHlwZSI6Ikh0bWxFbGVtZW50IiwidGFnIjoiZGl2IiwiY2xhc3MiOiJjb2wtMiIsImNoaWxkcmVuIjpbeyJpZCI6IkRpdjAwNSIsInR5cGUiOiJIdG1sRWxlbWVudCIsInRhZyI6ImRpdiIsImNsYXNzIjoiYmctZ3JleS00IHJvdyBpdGVtcy1jZW50ZXIgcS1weC1tZCBmdWxsLWhlaWdodCByb3VuZGVkLWJvcmRlcnMgb3ZlcmZsb3ctaGlkZGVuIiwic3R5bGUiOiJib3JkZXItcmFkaXVzOiA0cHgiLCJ0ZXh0Ijoi7KGw7ZqM6rWs67aEIn1dfSx7ImlkIjoiRGl2MDA3IiwidHlwZSI6Ikh0bWxFbGVtZW50IiwidGFnIjoiZGl2IiwiY2xhc3MiOiJjb2wtMiBiZy13aGl0ZSByb3cgaXRlbXMtY2VudGVyIHEtcHgtc20iLCJjaGlsZHJlbiI6W3siaWQiOiJUb2dnbGUwMDEiLCJ0eXBlIjoiVG9nZ2xlIiwicHJvcHMiOnsibGFiZWwiOiLtlYTsiJgiLCJkZW5zZSI6dHJ1ZX0sIm1vZGVscyI6eyJtb2RlbFZhbHVlIjoic3RvcmVOYW1lLnJvd3Muc3RhdGUxLnN0YXRlMSJ9LCJkZXNpZ25lciI6eyJzdG9yZUJpbmRpbmciOnsic3RvcmVQYXRoIjoiZDpcXDAxIFBST0pFQ1RTUkNcXGNvZGV4XFxxdWFzYXJfdG9vbFxcLnNyY1xcc3RvcmVcXGluZGV4XFxJbmRleFV0aWwuanNvbiIsInN0YXRlUGF0aCI6WyJyb3dzIiwic3RhdGUxIiwic3RhdGUxIl19fX1dfSx7ImlkIjoiRGl2MDA4IiwidHlwZSI6Ikh0bWxFbGVtZW50IiwidGFnIjoiZGl2IiwiY2xhc3MiOiJjb2wtMiBiZy13aGl0ZSByb3cgaXRlbXMtY2VudGVyIHEtcHgtc20iLCJjaGlsZHJlbiI6W3siaWQiOiJUb2dnbGUwMDIiLCJ0eXBlIjoiVG9nZ2xlIiwicHJvcHMiOnsibGFiZWwiOiLsgqzsmqnsl6zrtoAiLCJkZW5zZSI6dHJ1ZX0sIm1vZGVscyI6eyJtb2RlbFZhbHVlIjoic3RvcmVOYW1lLnNlbGVjdGVkUm93In0sImRlc2lnbmVyIjp7InN0b3JlQmluZGluZyI6eyJzdG9yZVBhdGgiOiJkOlxcMDEgUFJPSkVDVFNSQ1xcY29kZXhcXHF1YXNhcl90b29sXFwuc3JjXFxzdG9yZVxcaW5kZXhcXEluZGV4VXRpbC5qc29uIiwic3RhdGVQYXRoIjpbInNlbGVjdGVkUm93Il19fX1dfV19LHsiaWQiOiJEaXYwMTMiLCJ0eXBlIjoiSHRtbEVsZW1lbnQiLCJ0YWciOiJkaXYiLCJjbGFzcyI6InJvdyIsImNoaWxkcmVuIjpbeyJpZCI6IkRpdjAxMSIsInR5cGUiOiJIdG1sRWxlbWVudCIsInRhZyI6ImRpdiIsImNsYXNzIjoiY29sLTIiLCJjaGlsZHJlbiI6W3siaWQiOiJEaXYwMTAiLCJ0eXBlIjoiSHRtbEVsZW1lbnQiLCJ0YWciOiJkaXYiLCJjbGFzcyI6ImJnLWdyZXktNCByb3cgaXRlbXMtY2VudGVyIHEtcHgtbWQgZnVsbC1oZWlnaHQgcm91bmRlZC1ib3JkZXJzIG92ZXJmbG93LWhpZGRlbiIsInN0eWxlIjoiYm9yZGVyLXJhZGl1czogNHB4IiwidGV4dCI6IuyhsO2ajOuqhSJ9XX0seyJpZCI6IkRpdjAxMiIsInR5cGUiOiJIdG1sRWxlbWVudCIsInRhZyI6ImRpdiIsImNsYXNzIjoiY29sLTEwIGJnLXdoaXRlIHEtcGEteHMiLCJjaGlsZHJlbiI6W3siaWQiOiJJbnB1dDAwMSIsInR5cGUiOiJJbnB1dCIsInByb3BzIjp7Im91dGxpbmVkIjp0cnVlLCJkZW5zZSI6dHJ1ZSwiYmdDb2xvciI6IndoaXRlIn0sIm1vZGVscyI6eyJtb2RlbFZhbHVlIjoic3RvcmVOYW1lLnNlYXJjaFRleHQifSwiZGVzaWduZXIiOnsic3RvcmVCaW5kaW5nIjp7InN0b3JlUGF0aCI6ImQ6XFwwMSBQUk9KRUNUU1JDXFxjb2RleFxccXVhc2FyX3Rvb2xcXC5zcmNcXHN0b3JlXFxpbmRleFxcSW5kZXhVdGlsLmpzb24iLCJzdGF0ZVBhdGgiOlsic2VhcmNoVGV4dCJdfX19XX1dfV19LHsiaWQiOiJEaXYwMTYiLCJ0eXBlIjoiSHRtbEVsZW1lbnQiLCJ0YWciOiJkaXYiLCJjbGFzcyI6ImNvbC1hdXRvIiwic3R5bGUiOiJtaW4td2lkdGg6IDE4MHB4OyBkaXNwbGF5OiBmbGV4OyBhbGlnbi1pdGVtczogZmxleC1lbmQiLCJjaGlsZHJlbiI6W3siaWQiOiJEaXYwMTUiLCJ0eXBlIjoiSHRtbEVsZW1lbnQiLCJ0YWciOiJkaXYiLCJjbGFzcyI6InJvdyBuby13cmFwIiwic3R5bGUiOiJ3aWR0aDogMTAwJTsgaGVpZ2h0OiA0OHB4OyBhbGlnbi1pdGVtczogY2VudGVyOyBqdXN0aWZ5LWNvbnRlbnQ6IGZsZXgtZW5kOyBnYXA6IDhweDsgcGFkZGluZzogNHB4OyBiYWNrZ3JvdW5kOiB3aGl0ZSIsImNoaWxkcmVuIjpbeyJpZCI6IkJ1dHRvbjAwMSIsInR5cGUiOiJCdXR0b24iLCJzdHlsZSI6Im1pbi13aWR0aDogODBweDsgaGVpZ2h0OiAzNnB4IiwicHJvcHMiOnsibGFiZWwiOiLstIjquLDtmZQiLCJvdXRsaW5lIjp0cnVlLCJjb2xvciI6ImdyZXktNyJ9LCJldmVudHMiOnsiY2xpY2siOiJyZXNldFNlYXJjaCJ9fSx7ImlkIjoiQnV0dG9uMDAyIiwidHlwZSI6IkJ1dHRvbiIsInN0eWxlIjoibWluLXdpZHRoOiA4MHB4OyBoZWlnaHQ6IDM2cHgiLCJwcm9wcyI6eyJsYWJlbCI6IuqygOyDiSIsImNvbG9yIjoicHJpbWFyeSJ9LCJldmVudHMiOnsiY2xpY2siOiJvblNlYXJjaCJ9fV19XX1dfV19XSwiZGVzaWduZXIiOnsidGVtcGxhdGUiOiJjb3Vyc2VTZWFyY2hGb3JtIn19LHsiaWQiOiJjYXJkeWk5eWoiLCJ0eXBlIjoiQ2FyZCIsInByb3BzIjp7ImZsYXQiOnRydWUsImJvcmRlcmVkIjp0cnVlfSwibGFiZWwiOiJDYXJkIiwiY2hpbGRyZW4iOlt7ImlkIjoiY2FyZHNlY3Rpb255aWNubCIsInR5cGUiOiJDYXJkU2VjdGlvbiIsImNsYXNzIjoicS1wYS1zbSIsInByb3BzIjp7fSwibGFiZWwiOiJDYXJkIFNlY3Rpb24iLCJjaGlsZHJlbiI6W3siaWQiOiJUYWJsZTAwMSIsInR5cGUiOiJUYWJsZSIsImxhYmVsIjoidGJsTGlzdCIsInByb3BzIjp7InJvd3MiOltdLCJyb3dLZXkiOiJyb3dJZCIsIm5vRGF0YUxhYmVsIjoi642w7J207YSw6rCAIOyXhuyKteuLiOuLpC4iLCJsb2FkaW5nTGFiZWwiOiLrjbDs" hidden="1" title="qt:meta;kind=pageJson;encoding=base64;chunk=1;chunks=2;data=eyJzY2hlbWFWZXJzaW9uIjoiMC4xLjAiLCJ0b29sIjp7Im5hbWUiOiJxdWFzYXItdG9vbCIsImFydGlmYWN0VHlwZSI6InBhZ2UtZGVmaW5pdGlvbiIsImRlc2NyaXB0aW9uIjoiVnVlIO2MjOydvOyXkOyEnCDsl63rs4DtmZjrkJwgVUkgVE9PTCDtjpjsnbTsp4Ag6rKw6rO866y8IEpTT04ifSwicGFnZSI6eyJpZCI6IkluZGV4UGFnZSIsIm5hbWUiOiJJbmRleFBhZ2UiLCJyb3V0ZSI6Ii8iLCJzb3VyY2VWdWVQYXRoIjoic3JjL3BhZ2VzL0luZGV4UGFnZS52dWUiLCJ0YXJnZXRWdWVQYXRoIjoic3JjL3BhZ2VzL0luZGV4UGFnZS52dWUiLCJmcmFtZXdvcmsiOiJxdWFzYXIiLCJjb21wb25lbnQiOiJQYWdlIn0sImRhdGEiOnsic3RhZ2VzIjpbeyJ0aXRsZSI6IjHri6jqs4QiLCJkZXNjcmlwdGlvbiI6IlVJ7ZmU66m07Y647KeR6riwIOqysOqzvOusvOyduCDtmZTrqbQgSlNPTiAtPiBWdWUg7YyM7J28IOyDneyEseq4sCJ9LHsidGl0bGUiOiIy64uo6rOEIiwiZGVzY3JpcHRpb24iOiLsu7Ttj6zrhIztirgg7YyU66CI7Yq4ICsg7IaN7ISxIO2MqOuEkCJ9LHsidGl0bGUiOiIz64uo6rOEIiwiZGVzY3JpcHRpb24iOiLrk5zrnpjqt7jslaTrk5zroa0g7ZmU66m0IOuwsOy5mCJ9LHsidGl0bGUiOiI064uo6rOEIiwiZGVzY3JpcHRpb24iOiLqt7jrpqzrk5wsIO2MneyXhSwg6rO17Ya17L2U65OcLCBBUEkg7J6Q64+Z7Jew6rKwIn0seyJ0aXRsZSI6IjXri6jqs4QiLCJkZXNjcmlwdGlvbiI6IlZTIENvZGUgRXh0ZW5zaW9uIO2Gte2VqSJ9XSwic2VhcmNoIjp7ImNsYXNzMSI6bnVsbCwiY2xhc3MyIjpudWxsLCJyZXF1aXJlZFluIjpmYWxzZSwidXNlWW4iOmZhbHNlLCJuYW1lIjoiIn0sImNsYXNzT3B0aW9ucyI6W10sInRhYmxleWlxcWtGaWx0ZXIiOiIiLCJ0YWJsZXlpcXFrUGFnaW5hdGlvbiI6eyJwYWdlIjoxLCJyb3dzUGVyUGFnZSI6MTB9LCJUYWJsZTAwMVNlbGVjdGVkIjpbXSwiVGFibGUwMDFQYWdpbmF0aW9uIjp7InBhZ2UiOjEsInJvd3NQZXJQYWdlIjoxMH19LCJjb21wb25lbnRzIjpbeyJpZCI6InBhZ2U1aXR5MSIsInR5cGUiOiJQYWdlIiwicHJvcHMiOnsicGFkZGluZyI6dHJ1ZX0sImNoaWxkcmVuIjpbeyJpZCI6IkNhcmQwMDEiLCJ0eXBlIjoiQ2FyZCIsInByb3BzIjp7ImZsYXQiOnRydWUsImJvcmRlcmVkIjp0cnVlfSwiY2hpbGRyZW4iOlt7ImlkIjoiQ2FyZFNlY3Rpb24wMDEiLCJ0eXBlIjoiQ2FyZFNlY3Rpb24iLCJjbGFzcyI6InEtcGEtc20iLCJjaGlsZHJlbiI6W3siaWQiOiJEaXYwMTciLCJ0eXBlIjoiSHRtbEVsZW1lbnQiLCJ0YWciOiJkaXYiLCJjbGFzcyI6InJvdyBxLWNvbC1ndXR0ZXItc20iLCJjaGlsZHJlbiI6W3siaWQiOiJEaXYwMTQiLCJ0eXBlIjoiSHRtbEVsZW1lbnQiLCJ0YWciOiJkaXYiLCJjbGFzcyI6ImNvbCIsImNoaWxkcmVuIjpbeyJpZCI6IkRpdjAwOSIsInR5cGUiOiJIdG1sRWxlbWVudCIsInRhZyI6ImRpdiIsImNsYXNzIjoicm93IiwiY2hpbGRyZW4iOlt7ImlkIjoiRGl2MDAyIiwidHlwZSI6Ikh0bWxFbGVtZW50IiwidGFnIjoiZGl2IiwiY2xhc3MiOiJjb2wtMiIsImNoaWxkcmVuIjpbeyJpZCI6IkRpdjAwMSIsInR5cGUiOiJIdG1sRWxlbWVudCIsInRhZyI6ImRpdiIsImNsYXNzIjoiYmctZ3JleS00IHJvdyBpdGVtcy1jZW50ZXIgcS1weC1tZCBmdWxsLWhlaWdodCByb3VuZGVkLWJvcmRlcnMgb3ZlcmZsb3ctaGlkZGVuIiwic3R5bGUiOiJib3JkZXItcmFkaXVzOiA0cHgiLCJ0ZXh0Ijoi7KGw7ZqM67aE66WYIiwiY2hpbGRyZW4iOlt7ImlkIjoiU3BhbjAwMSIsInR5cGUiOiJIdG1sRWxlbWVudCIsInRhZyI6InNwYW4iLCJjbGFzcyI6InRleHQtbmVnYXRpdmUgcS1tbC14cyIsInRleHQiOiIqIn1dfV19LHsiaWQiOiJEaXYwMDMiLCJ0eXBlIjoiSHRtbEVsZW1lbnQiLCJ0YWciOiJkaXYiLCJjbGFzcyI6ImNvbC0yIGJnLXdoaXRlIHEtcGEteHMiLCJjaGlsZHJlbiI6W3siaWQiOiJTZWxlY3QwMDEiLCJ0eXBlIjoiU2VsZWN0IiwicHJvcHMiOnsib3V0bGluZWQiOnRydWUsImRlbnNlIjp0cnVlLCJiZ0NvbG9yIjoid2hpdGUifSwibW9kZWxzIjp7Im1vZGVsVmFsdWUiOiJzZWFyY2guY2xhc3MxIn0sImR5bmFtaWNQcm9wcyI6eyJvcHRpb25zIjoiY2xhc3NPcHRpb25zIn19XX0seyJpZCI6IkRpdjAwNCIsInR5cGUiOiJIdG1sRWxlbWVudCIsInRhZyI6ImRpdiIsImNsYXNzIjoiY29sLTIgYmctd2hpdGUgcS1wYS14cyIsImNoaWxkcmVuIjpbeyJpZCI6IlNlbGVjdDAwMiIsInR5cGUiOiJTZWxlY3QiLCJwcm9wcyI6eyJvdXRsaW5lZCI6dHJ1ZSwiZGVuc2UiOnRydWUsImJnQ29sb3IiOiJ3aGl0ZSJ9LCJtb2RlbHMiOnsibW9kZWxWYWx1ZSI6InNlYXJjaC5jbGFzczIifSwiZHluYW1pY1Byb3BzIjp7Im9wdGlvbnMiOiJjbGFzc09wdGlvbnMifX1dfSx7ImlkIjoiRGl2MDA2IiwidHlwZSI6Ikh0bWxFbGVtZW50IiwidGFnIjoiZGl2IiwiY2xhc3MiOiJjb2wtMiIsImNoaWxkcmVuIjpbeyJpZCI6IkRpdjAwNSIsInR5cGUiOiJIdG1sRWxlbWVudCIsInRhZyI6ImRpdiIsImNsYXNzIjoiYmctZ3JleS00IHJvdyBpdGVtcy1jZW50ZXIgcS1weC1tZCBmdWxsLWhlaWdodCByb3VuZGVkLWJvcmRlcnMgb3ZlcmZsb3ctaGlkZGVuIiwic3R5bGUiOiJib3JkZXItcmFkaXVzOiA0cHgiLCJ0ZXh0Ijoi7KGw7ZqM6rWs67aEIn1dfSx7ImlkIjoiRGl2MDA3IiwidHlwZSI6Ikh0bWxFbGVtZW50IiwidGFnIjoiZGl2IiwiY2xhc3MiOiJjb2wtMiBiZy13aGl0ZSByb3cgaXRlbXMtY2VudGVyIHEtcHgtc20iLCJjaGlsZHJlbiI6W3siaWQiOiJUb2dnbGUwMDEiLCJ0eXBlIjoiVG9nZ2xlIiwicHJvcHMiOnsibGFiZWwiOiLtlYTsiJgiLCJkZW5zZSI6dHJ1ZX0sIm1vZGVscyI6eyJtb2RlbFZhbHVlIjoic3RvcmVOYW1lLnJvd3Muc3RhdGUxLnN0YXRlMSJ9LCJkZXNpZ25lciI6eyJzdG9yZUJpbmRpbmciOnsic3RvcmVQYXRoIjoiZDpcXDAxIFBST0pFQ1RTUkNcXGNvZGV4XFxxdWFzYXJfdG9vbFxcLnNyY1xcc3RvcmVcXGluZGV4XFxJbmRleFV0aWwuanNvbiIsInN0YXRlUGF0aCI6WyJyb3dzIiwic3RhdGUxIiwic3RhdGUxIl19fX1dfSx7ImlkIjoiRGl2MDA4IiwidHlwZSI6Ikh0bWxFbGVtZW50IiwidGFnIjoiZGl2IiwiY2xhc3MiOiJjb2wtMiBiZy13aGl0ZSByb3cgaXRlbXMtY2VudGVyIHEtcHgtc20iLCJjaGlsZHJlbiI6W3siaWQiOiJUb2dnbGUwMDIiLCJ0eXBlIjoiVG9nZ2xlIiwicHJvcHMiOnsibGFiZWwiOiLsgqzsmqnsl6zrtoAiLCJkZW5zZSI6dHJ1ZX0sIm1vZGVscyI6eyJtb2RlbFZhbHVlIjoic3RvcmVOYW1lLnNlbGVjdGVkUm93In0sImRlc2lnbmVyIjp7InN0b3JlQmluZGluZyI6eyJzdG9yZVBhdGgiOiJkOlxcMDEgUFJPSkVDVFNSQ1xcY29kZXhcXHF1YXNhcl90b29sXFwuc3JjXFxzdG9yZVxcaW5kZXhcXEluZGV4VXRpbC5qc29uIiwic3RhdGVQYXRoIjpbInNlbGVjdGVkUm93Il19fX1dfV19LHsiaWQiOiJEaXYwMTMiLCJ0eXBlIjoiSHRtbEVsZW1lbnQiLCJ0YWciOiJkaXYiLCJjbGFzcyI6InJvdyIsImNoaWxkcmVuIjpbeyJpZCI6IkRpdjAxMSIsInR5cGUiOiJIdG1sRWxlbWVudCIsInRhZyI6ImRpdiIsImNsYXNzIjoiY29sLTIiLCJjaGlsZHJlbiI6W3siaWQiOiJEaXYwMTAiLCJ0eXBlIjoiSHRtbEVsZW1lbnQiLCJ0YWciOiJkaXYiLCJjbGFzcyI6ImJnLWdyZXktNCByb3cgaXRlbXMtY2VudGVyIHEtcHgtbWQgZnVsbC1oZWlnaHQgcm91bmRlZC1ib3JkZXJzIG92ZXJmbG93LWhpZGRlbiIsInN0eWxlIjoiYm9yZGVyLXJhZGl1czogNHB4IiwidGV4dCI6IuyhsO2ajOuqhSJ9XX0seyJpZCI6IkRpdjAxMiIsInR5cGUiOiJIdG1sRWxlbWVudCIsInRhZyI6ImRpdiIsImNsYXNzIjoiY29sLTEwIGJnLXdoaXRlIHEtcGEteHMiLCJjaGlsZHJlbiI6W3siaWQiOiJJbnB1dDAwMSIsInR5cGUiOiJJbnB1dCIsInByb3BzIjp7Im91dGxpbmVkIjp0cnVlLCJkZW5zZSI6dHJ1ZSwiYmdDb2xvciI6IndoaXRlIn0sIm1vZGVscyI6eyJtb2RlbFZhbHVlIjoic3RvcmVOYW1lLnNlYXJjaFRleHQifSwiZGVzaWduZXIiOnsic3RvcmVCaW5kaW5nIjp7InN0b3JlUGF0aCI6ImQ6XFwwMSBQUk9KRUNUU1JDXFxjb2RleFxccXVhc2FyX3Rvb2xcXC5zcmNcXHN0b3JlXFxpbmRleFxcSW5kZXhVdGlsLmpzb24iLCJzdGF0ZVBhdGgiOlsic2VhcmNoVGV4dCJdfX19XX1dfV19LHsiaWQiOiJEaXYwMTYiLCJ0eXBlIjoiSHRtbEVsZW1lbnQiLCJ0YWciOiJkaXYiLCJjbGFzcyI6ImNvbC1hdXRvIiwic3R5bGUiOiJtaW4td2lkdGg6IDE4MHB4OyBkaXNwbGF5OiBmbGV4OyBhbGlnbi1pdGVtczogZmxleC1lbmQiLCJjaGlsZHJlbiI6W3siaWQiOiJEaXYwMTUiLCJ0eXBlIjoiSHRtbEVsZW1lbnQiLCJ0YWciOiJkaXYiLCJjbGFzcyI6InJvdyBuby13cmFwIiwic3R5bGUiOiJ3aWR0aDogMTAwJTsgaGVpZ2h0OiA0OHB4OyBhbGlnbi1pdGVtczogY2VudGVyOyBqdXN0aWZ5LWNvbnRlbnQ6IGZsZXgtZW5kOyBnYXA6IDhweDsgcGFkZGluZzogNHB4OyBiYWNrZ3JvdW5kOiB3aGl0ZSIsImNoaWxkcmVuIjpbeyJpZCI6IkJ1dHRvbjAwMSIsInR5cGUiOiJCdXR0b24iLCJzdHlsZSI6Im1pbi13aWR0aDogODBweDsgaGVpZ2h0OiAzNnB4IiwicHJvcHMiOnsibGFiZWwiOiLstIjquLDtmZQiLCJvdXRsaW5lIjp0cnVlLCJjb2xvciI6ImdyZXktNyJ9LCJldmVudHMiOnsiY2xpY2siOiJyZXNldFNlYXJjaCJ9fSx7ImlkIjoiQnV0dG9uMDAyIiwidHlwZSI6IkJ1dHRvbiIsInN0eWxlIjoibWluLXdpZHRoOiA4MHB4OyBoZWlnaHQ6IDM2cHgiLCJwcm9wcyI6eyJsYWJlbCI6IuqygOyDiSIsImNvbG9yIjoicHJpbWFyeSJ9LCJldmVudHMiOnsiY2xpY2siOiJvblNlYXJjaCJ9fV19XX1dfV19XSwiZGVzaWduZXIiOnsidGVtcGxhdGUiOiJjb3Vyc2VTZWFyY2hGb3JtIn19LHsiaWQiOiJjYXJkeWk5eWoiLCJ0eXBlIjoiQ2FyZCIsInByb3BzIjp7ImZsYXQiOnRydWUsImJvcmRlcmVkIjp0cnVlfSwibGFiZWwiOiJDYXJkIiwiY2hpbGRyZW4iOlt7ImlkIjoiY2FyZHNlY3Rpb255aWNubCIsInR5cGUiOiJDYXJkU2VjdGlvbiIsImNsYXNzIjoicS1wYS1zbSIsInByb3BzIjp7fSwibGFiZWwiOiJDYXJkIFNlY3Rpb24iLCJjaGlsZHJlbiI6W3siaWQiOiJUYWJsZTAwMSIsInR5cGUiOiJUYWJsZSIsImxhYmVsIjoidGJsTGlzdCIsInByb3BzIjp7InJvd3MiOltdLCJyb3dLZXkiOiJyb3dJZCIsIm5vRGF0YUxhYmVsIjoi642w7J207YSw6rCAIOyXhuyKteuLiOuLpC4iLCJsb2FkaW5nTGFiZWwiOiLrjbDs">
            <a:extLst>
              <a:ext uri="{FF2B5EF4-FFF2-40B4-BE49-F238E27FC236}">
                <a16:creationId xmlns:a16="http://schemas.microsoft.com/office/drawing/2014/main" id="{84997529-BC7D-CB13-4E96-23CBA0A625A3}"/>
              </a:ext>
            </a:extLst>
          </p:cNvPr>
          <p:cNvSpPr txBox="1"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sp>
        <p:nvSpPr>
          <p:cNvPr id="3" name="qt_pageJsonMeta2" descr="qt:meta;kind=pageJson;encoding=base64;chunk=2;chunks=2;data=nbTthLDrpbwg67aI65+s7Jik64qUIOykkeyeheuLiOuLpC4ifSwibW9kZWxzIjp7InBhZ2luYXRpb24iOiJUYWJsZTAwMVBhZ2luYXRpb24ifSwiY29sdW1ucyI6W3sibmFtZSI6Im5hbWUiLCJsYWJlbCI6Iuuqhey5rSIsImZpZWxkIjoibmFtZSIsInR5cGUiOiJ0ZXh0IiwiYWxpZ24iOiJsZWZ0Iiwic29ydGFibGUiOnRydWUsInJlcXVpcmVkIjpmYWxzZSwiZWRpdGFibGUiOmZhbHNlfSx7Im5hbWUiOiJkdGxEdCIsImxhYmVsIjoi7IOB7IS47J287J6QIiwiZmllbGQiOiJkdGxEdCIsInR5cGUiOiJkYXRlIiwiYWxpZ24iOiJjZW50ZXIiLCJzb3J0YWJsZSI6dHJ1ZSwicmVxdWlyZWQiOmZhbHNlLCJlZGl0YWJsZSI6ZmFsc2V9LHsibmFtZSI6ImFjdGlvbnMiLCJsYWJlbCI6IuyekeyXhSIsImZpZWxkIjoiYWN0aW9ucyIsInR5cGUiOiJhY3Rpb25zIiwiYWxpZ24iOiJjZW50ZXIiLCJzb3J0YWJsZSI6ZmFsc2UsInJlcXVpcmVkIjpmYWxzZSwiZWRpdGFibGUiOmZhbHNlfSx7Im5hbWUiOiJjb2x1bW40IiwibGFiZWwiOiLso7zshowiLCJmaWVsZCI6ImFkcmVzcyIsInR5cGUiOiJ0ZXh0IiwiYWxpZ24iOiJsZWZ0Iiwic29ydGFibGUiOmZhbHNlLCJyZXF1aXJlZCI6ZmFsc2UsImVkaXRhYmxlIjpmYWxzZX1dLCJoZWFkZXJSb3dzIjpbW3siY2VsbElkIjoiaGVhZGVyX3IxX25hbWUiLCJsYWJlbCI6Iuuqhey5rSIsImZpZWxkIjoibmFtZSIsImNvbHVtbnMiOlsibmFtZSJdfSx7ImNlbGxJZCI6ImhlYWRlcl9yMV9kdGxEdCIsImxhYmVsIjoi7IOB7IS47J287J6QIiwiZmllbGQiOiJkdGxEdCIsImNvbHVtbnMiOlsiZHRsRHQiLCJhY3Rpb25zIl0sImNvbHNwYW4iOjJ9LHsiY2VsbElkIjoiaGVhZGVyX3IxX2FkcmVzcyIsImxhYmVsIjoi7Lus65+8IDQiLCJmaWVsZCI6ImFkcmVzcyIsImNvbHVtbnMiOlsiYWRyZXNzIl19XSxbeyJjZWxsSWQiOiJoZWFkZXJfcjJfbmFtZSIsImxhYmVsIjoidGl0bGUxIiwiZmllbGQiOiJuYW1lIiwiY29sdW1ucyI6WyJuYW1lIl19LHsiY2VsbElkIjoiaGVhZGVyX3IyX2R0bER0IiwibGFiZWwiOiJ0aXRsZTIiLCJmaWVsZCI6ImR0bER0IiwiY29sdW1ucyI6WyJkdGxEdCJdfSx7ImNlbGxJZCI6ImhlYWRlcl9yMl9hY3Rpb25zIiwibGFiZWwiOiJ0aXRsZTMiLCJmaWVsZCI6ImFjdGlvbnMiLCJjb2x1bW5zIjpbImFjdGlvbnMiXX0seyJjZWxsSWQiOiJoZWFkZXJfcjJfYWRyZXNzIiwibGFiZWwiOiLsu6zrn7wgNCIsImZpZWxkIjoiYWRyZXNzIiwiY29sdW1ucyI6WyJhZHJlc3MiXX1dLFt7ImNlbGxJZCI6ImhlYWRlcl9yM19uYW1lIiwibGFiZWwiOiJ0aXRsZTEiLCJmaWVsZCI6Im5hbWUiLCJjb2x1bW5zIjpbIm5hbWUiXX0seyJjZWxsSWQiOiJoZWFkZXJfcjNfZHRsRHQiLCJsYWJlbCI6InRpdGxlMiIsImZpZWxkIjoiZHRsRHQiLCJjb2x1bW5zIjpbImR0bER0Il19LHsiY2VsbElkIjoiaGVhZGVyX3IzX2FjdGlvbnMiLCJsYWJlbCI6InRpdGxlMyIsImZpZWxkIjoiYWN0aW9ucyIsImNvbHVtbnMiOlsiYWN0aW9ucyJdfSx7ImNlbGxJZCI6ImhlYWRlcl9yM19hZHJlc3MiLCJsYWJlbCI6Iuy7rOufvCA0IiwiZmllbGQiOiJhZHJlc3MiLCJjb2x1bW5zIjpbImFkcmVzcyJdfV1dLCJib2R5Um93cyI6W1t7ImNlbGxJZCI6ImJvZHlfcjFfbmFtZSIsImxhYmVsIjoi66qF7LmtIiwiZmllbGQiOiJuYW1lIiwiY29sdW1ucyI6WyJuYW1lIl0sInJvd3NwYW4iOjJ9LHsiY2VsbElkIjoiYm9keV9yMV9kdGxEdCIsImxhYmVsIjoi7IOB7IS47J287J6QIiwiZmllbGQiOiJkdGxEdCIsImNvbHVtbnMiOlsiZHRsRHQiLCJhY3Rpb25zIl0sImNvbHNwYW4iOjJ9LHsiY2VsbElkIjoiYm9keV9yMV9hZHJlc3MiLCJsYWJlbCI6Iuy7rOufvCA0IiwiZmllbGQiOiJhZHJlc3MiLCJjb2x1bW5zIjpbImFkcmVzcyJdLCJyb3dzcGFuIjoyfV0sW3siY2VsbElkIjoiYm9keV9yMl9kdGxEdCIsImxhYmVsIjoi7IOB7IS47J287J6QIiwiZmllbGQiOiJkdGxEdCIsImNvbHVtbnMiOlsiZHRsRHQiLCJhY3Rpb25zIl0sImNvbHNwYW4iOjJ9XSxbeyJjZWxsSWQiOiJib2R5X3IzX25hbWUiLCJsYWJlbCI6Iuuqhey5rSIsImZpZWxkIjoibmFtZSIsImNvbHVtbnMiOlsibmFtZSJdfSx7ImNlbGxJZCI6ImJvZHlfcjNfZHRsRHQiLCJsYWJlbCI6IuyDgeyEuOydvOyekCIsImZpZWxkIjoiZHRsRHQiLCJjb2x1bW5zIjpbImR0bER0Il19LHsiY2VsbElkIjoiYm9keV9yM19hY3Rpb25zIiwibGFiZWwiOiLsnpHsl4UiLCJmaWVsZCI6ImFjdGlvbnMiLCJjb2x1bW5zIjpbImFjdGlvbnMiXX0seyJjZWxsSWQiOiJib2R5X3IzX2FkcmVzcyIsImxhYmVsIjoi7Lus65+8IDQiLCJmaWVsZCI6ImFkcmVzcyIsImNvbHVtbnMiOlsiYWRyZXNzIl19XV0sInRhYmxlIjp7InRpdGxlIjoidGJsTGlzdCIsInJvd0tleSI6InJvd0lkIiwic2hvd01vZGVDb2x1bW4iOnRydWUsImV4Y2VsQ29weSI6ZmFsc2UsImhlYWRlclJvd3MiOjMsInJvd1Jvd3MiOjMsInNlbGVjdGlvbiI6Im5vbmUiLCJyb3dzQmluZGluZyI6IiIsImxvYWRpbmdCaW5kaW5nIjoiIiwidG9vbGJhciI6eyJmaWx0ZXIiOmZhbHNlLCJzZWFyY2giOmZhbHNlLCJhZGQiOnRydWUsInNhdmUiOnRydWUsImRlbGV0ZSI6dHJ1ZSwiZXhjZWwiOmZhbHNlLCJyZWZyZXNoIjp0cnVlfSwiaGFuZGxlcnMiOnsiYWRkIjoib25UYWJsZUFkZF9UYWJsZTAwMSIsInNhdmUiOiJvblRhYmxlU2F2ZV9UYWJsZTAwMSIsImRlbGV0ZSI6Im9uVGFibGVEZWxldGVfVGFibGUwMDEiLCJyZWZyZXNoIjoib25UYWJsZVJlZnJlc2hfVGFibGUwMDEifSwicGFnaW5hdGlvbiI6eyJtb2RlIjoiY2xpZW50Iiwicm93c1BlclBhZ2UiOjEwLCJyb3dzUGVyUGFnZU9wdGlvbnMiOlsxMCwyMCw1MCwwXX0sInN0YXRlcyI6eyJub0RhdGEiOnRydWUsImxvYWRpbmciOnRydWUsImVycm9yIjp0cnVlfX0sImV2ZW50cyI6eyJyb3ctY2xpY2siOiJvblJvd0NsaWNrX1RhYmxlMDAxIn19XX1dfV19XSwiZ2VuZXJhdGlvbiI6eyJzY3JpcHRTZXR1cCI6eyJkYXRhRXhwb3J0cyI6WyJzdGFnZXMiLCJzZWFyY2hGb3JtIiwiZWR1Q2xhc3NPcHRpb25zIiwiZWR1RGV0YWlsT3B0aW9uc0ZpbHRlcmVkIiwic2VhcmNoIiwiY2xhc3NPcHRpb25zIl19LCJub3RlcyI6WyLsnbQgSlNPTuydgCBWdWUg7YyM7J287J2EIOq4sOykgOycvOuhnCDsl63rs4DtmZjrkJwg6rKw6rO866y87J2064ukLiIsIuuzteyeoe2VnCDsgqzsmqnsnpAg7KCV7J2YIEphdmFTY3JpcHQg7ZGc7ZiE7Iud7J2AIGR5bmFtaWNQcm9wcyDrmJDripQgcmF3RXhwcmVzc2lvbiDtmJXtg5zroZwg67O07KG065CgIOyImCDsnojri6QuIiwi7J20IOyXreuzgO2ZmOq4sOuKlCBVSSBUT09MIOyDneyEseq4sOqwgCDrp4zrk6AgVnVlIO2MjOydvOydhCDsmrDshKAg64yA7IOB7Jy866GcIO2VnOuLpC4iXX0sInNjcmlwdCI6eyJzcmMiOiJJbmRleFBhZ2UuanMiLCJzZXR1cCI6ImZ1bmN0aW9uIG9uU2VhcmNoKCkge1xuICBjb25zb2xlLmxvZygnb25TZWFyY2gnLCB7IC4uLnNlYXJjaCB9KVxuICBzdG9yZU5hbWUuc2VhcmNoVGV4dCA9ICdzZWFyY2ggdGV4dCAhISEhJ1xuICBjb25zb2xlLmxvZygnc3RvcmVOYW1lLnN0b3JlTmFtZSA6ICcsIHN0b3JlTmFtZS5zdG9yZU5hbWUpXG59XG5cbmZ1bmN0aW9uIHJlc2V0U2VhcmNoKCkge1xuICBjb25zb2xlLmxvZygncmVzZXRTZWFyY2ggc3RvcmVOYW1lLnN0b3JlTmFtZSA6ICcsIHN0b3JlTmFtZS5zdG9yZU5hbWUpXG4gIHN0b3JlTmFtZS5zZWxlY3RMaXN0KHN0b3JlTmFtZS5sb2FkaW5nKVxuICBcblxuICBjb25zb2xlLmxvZygnc3RvcmVOYW1lLnNlYXJjaFRleHQgOiAnLCBzdG9yZU5hbWUuc2VhcmNoVGV4dClcblxufVxuXG5mdW5jdGlvbiBvblJvd0NsaWNrX1RhYmxlMDAxKGV2ZW50LCByb3cpIHtcbiAgY29uc29sZS5sb2coJ3Jvdy1jbGljaycsIHJvdylcblxufVxuXG5cbmZ1bmN0aW9uIG9uVGFibGVBZGRfVGFibGUwMDEoKSB7XG4gIGNvbnNvbGUubG9nKCd0YWJsZS1hZGQnKVxuICAgIGNvbnN0IG5ld1JvdyA9IHtcbiAgICByb3dTbjogRGF0ZS5ub3coKSxcbiAgICBuYW1lOiAn7ZmN6ri464+ZJyxcbiAgICBkdGxEdDogJ+2YgeyLoOq4sO2aje2MgCcsXG4gICAgYWN0aW9ucyA6ICcnLFxuICAgIGtleTogJ2FiZGMnXG4gIH1cbiAgXG4gIFRhYmxlMDAxLmFkZFJvdyhuZXdSb3cpXG4gIFxufVxuXG5cbmZ1bmN0aW9uIG9uVGFibGVTYXZlX1RhYmxlMDAxKCkge1xuICBjb25zb2xlLmxvZygndGFibGUtc2F2ZScpXG59XG5cblxuZnVuY3Rpb24gb25UYWJsZURlbGV0ZV9UYWJsZTAwMSgpIHtcbiAgXG4gIGNvbnNvbGUubG9nKCd0YWJsZS1kZWxldGUnKVxuXG4gIGNvbnN0IHNlbEluZGV4ID0gVGFibGUwMDEuZ2V0U2VsZWN0ZWRJbmRleCgpXG5cbiAgY29uc29sZS5sb2coJ3NlbGVjdGVkIGluZGV4Jywgc2VsSW5kZXgpXG5cbiAgVGFibGUwMDEuZGVsU2VsZWN0ZWRSb3coKVxuICBcbn1cblxuXG5mdW5jdGlvbiBvblRhYmxlUmVmcmVzaF9UYWJsZTAwMSgpIHtcbiAgY29uc29sZS5sb2coJ3RhYmxlLXJlZnJlc2gnKVxuXG4gIGNvbnNvbGUubG9nKCdvblJlZnJlICcsIHN0b3JlTmFtZS5saXN0KVxufVxuIn0sImRhdGFzZXRzIjpbeyJuYW1lIjoiZGVmYXVsdERhdGFzZXQiLCJmaWVsZHMiOlt7Im5hbWUiOiJzdGFnZXMiLCJsYWJlbCI6InN0YWdlcyIsInR5cGUiOiJvYmplY3QiLCJyZXF1aXJlZCI6ZmFsc2V9XX1dLCJpbXBvcnRzIjpbeyJ0eXBlIjoic3RvcmUiLCJuYW1lIjoidXNlSW5kZXhVdGlsU3RvcmUiLCJmcm9tIjoic3JjL3N0b3JlL2luZGV4L0luZGV4VXRpbCIsInZhcmlhYmxlTmFtZSI6InN0b3JlTmFtZSIsInZhbHVlIjoidXNlSW5kZXhVdGlsU3RvcmUiLCJkZWZpbmVTdG9yZUlkIjoiaW5kZXhVdGlsIiwic291cmNlUGF0aCI6Ii5zcmMvc3RvcmUvaW5kZXgvSW5kZXhVdGlsLmpzb24ifSx7InR5cGUiOiJzdG9yZSIsIm5hbWUiOiJ1c2VJblN0b3JlIiwiZnJvbSI6InNyYy9zdG9yZS9pbi9pblN0b3JlIiwidmFyaWFibGVOYW1lIjoic3RvcmVJbiIsInZhbHVlIjoidXNlSW5TdG9yZSIsImRlZmluZVN0b3JlSWQiOiJpbiIsInNvdXJjZVBhdGgiOiIuc3JjL3N0b3JlL2luL2luU3RvcmUuanNvbiJ9XX0=" hidden="1" title="qt:meta;kind=pageJson;encoding=base64;chunk=2;chunks=2;data=nbTthLDrpbwg67aI65+s7Jik64qUIOykkeyeheuLiOuLpC4ifSwibW9kZWxzIjp7InBhZ2luYXRpb24iOiJUYWJsZTAwMVBhZ2luYXRpb24ifSwiY29sdW1ucyI6W3sibmFtZSI6Im5hbWUiLCJsYWJlbCI6Iuuqhey5rSIsImZpZWxkIjoibmFtZSIsInR5cGUiOiJ0ZXh0IiwiYWxpZ24iOiJsZWZ0Iiwic29ydGFibGUiOnRydWUsInJlcXVpcmVkIjpmYWxzZSwiZWRpdGFibGUiOmZhbHNlfSx7Im5hbWUiOiJkdGxEdCIsImxhYmVsIjoi7IOB7IS47J287J6QIiwiZmllbGQiOiJkdGxEdCIsInR5cGUiOiJkYXRlIiwiYWxpZ24iOiJjZW50ZXIiLCJzb3J0YWJsZSI6dHJ1ZSwicmVxdWlyZWQiOmZhbHNlLCJlZGl0YWJsZSI6ZmFsc2V9LHsibmFtZSI6ImFjdGlvbnMiLCJsYWJlbCI6IuyekeyXhSIsImZpZWxkIjoiYWN0aW9ucyIsInR5cGUiOiJhY3Rpb25zIiwiYWxpZ24iOiJjZW50ZXIiLCJzb3J0YWJsZSI6ZmFsc2UsInJlcXVpcmVkIjpmYWxzZSwiZWRpdGFibGUiOmZhbHNlfSx7Im5hbWUiOiJjb2x1bW40IiwibGFiZWwiOiLso7zshowiLCJmaWVsZCI6ImFkcmVzcyIsInR5cGUiOiJ0ZXh0IiwiYWxpZ24iOiJsZWZ0Iiwic29ydGFibGUiOmZhbHNlLCJyZXF1aXJlZCI6ZmFsc2UsImVkaXRhYmxlIjpmYWxzZX1dLCJoZWFkZXJSb3dzIjpbW3siY2VsbElkIjoiaGVhZGVyX3IxX25hbWUiLCJsYWJlbCI6Iuuqhey5rSIsImZpZWxkIjoibmFtZSIsImNvbHVtbnMiOlsibmFtZSJdfSx7ImNlbGxJZCI6ImhlYWRlcl9yMV9kdGxEdCIsImxhYmVsIjoi7IOB7IS47J287J6QIiwiZmllbGQiOiJkdGxEdCIsImNvbHVtbnMiOlsiZHRsRHQiLCJhY3Rpb25zIl0sImNvbHNwYW4iOjJ9LHsiY2VsbElkIjoiaGVhZGVyX3IxX2FkcmVzcyIsImxhYmVsIjoi7Lus65+8IDQiLCJmaWVsZCI6ImFkcmVzcyIsImNvbHVtbnMiOlsiYWRyZXNzIl19XSxbeyJjZWxsSWQiOiJoZWFkZXJfcjJfbmFtZSIsImxhYmVsIjoidGl0bGUxIiwiZmllbGQiOiJuYW1lIiwiY29sdW1ucyI6WyJuYW1lIl19LHsiY2VsbElkIjoiaGVhZGVyX3IyX2R0bER0IiwibGFiZWwiOiJ0aXRsZTIiLCJmaWVsZCI6ImR0bER0IiwiY29sdW1ucyI6WyJkdGxEdCJdfSx7ImNlbGxJZCI6ImhlYWRlcl9yMl9hY3Rpb25zIiwibGFiZWwiOiJ0aXRsZTMiLCJmaWVsZCI6ImFjdGlvbnMiLCJjb2x1bW5zIjpbImFjdGlvbnMiXX0seyJjZWxsSWQiOiJoZWFkZXJfcjJfYWRyZXNzIiwibGFiZWwiOiLsu6zrn7wgNCIsImZpZWxkIjoiYWRyZXNzIiwiY29sdW1ucyI6WyJhZHJlc3MiXX1dLFt7ImNlbGxJZCI6ImhlYWRlcl9yM19uYW1lIiwibGFiZWwiOiJ0aXRsZTEiLCJmaWVsZCI6Im5hbWUiLCJjb2x1bW5zIjpbIm5hbWUiXX0seyJjZWxsSWQiOiJoZWFkZXJfcjNfZHRsRHQiLCJsYWJlbCI6InRpdGxlMiIsImZpZWxkIjoiZHRsRHQiLCJjb2x1bW5zIjpbImR0bER0Il19LHsiY2VsbElkIjoiaGVhZGVyX3IzX2FjdGlvbnMiLCJsYWJlbCI6InRpdGxlMyIsImZpZWxkIjoiYWN0aW9ucyIsImNvbHVtbnMiOlsiYWN0aW9ucyJdfSx7ImNlbGxJZCI6ImhlYWRlcl9yM19hZHJlc3MiLCJsYWJlbCI6Iuy7rOufvCA0IiwiZmllbGQiOiJhZHJlc3MiLCJjb2x1bW5zIjpbImFkcmVzcyJdfV1dLCJib2R5Um93cyI6W1t7ImNlbGxJZCI6ImJvZHlfcjFfbmFtZSIsImxhYmVsIjoi66qF7LmtIiwiZmllbGQiOiJuYW1lIiwiY29sdW1ucyI6WyJuYW1lIl0sInJvd3NwYW4iOjJ9LHsiY2VsbElkIjoiYm9keV9yMV9kdGxEdCIsImxhYmVsIjoi7IOB7IS47J287J6QIiwiZmllbGQiOiJkdGxEdCIsImNvbHVtbnMiOlsiZHRsRHQiLCJhY3Rpb25zIl0sImNvbHNwYW4iOjJ9LHsiY2VsbElkIjoiYm9keV9yMV9hZHJlc3MiLCJsYWJlbCI6Iuy7rOufvCA0IiwiZmllbGQiOiJhZHJlc3MiLCJjb2x1bW5zIjpbImFkcmVzcyJdLCJyb3dzcGFuIjoyfV0sW3siY2VsbElkIjoiYm9keV9yMl9kdGxEdCIsImxhYmVsIjoi7IOB7IS47J287J6QIiwiZmllbGQiOiJkdGxEdCIsImNvbHVtbnMiOlsiZHRsRHQiLCJhY3Rpb25zIl0sImNvbHNwYW4iOjJ9XSxbeyJjZWxsSWQiOiJib2R5X3IzX25hbWUiLCJsYWJlbCI6Iuuqhey5rSIsImZpZWxkIjoibmFtZSIsImNvbHVtbnMiOlsibmFtZSJdfSx7ImNlbGxJZCI6ImJvZHlfcjNfZHRsRHQiLCJsYWJlbCI6IuyDgeyEuOydvOyekCIsImZpZWxkIjoiZHRsRHQiLCJjb2x1bW5zIjpbImR0bER0Il19LHsiY2VsbElkIjoiYm9keV9yM19hY3Rpb25zIiwibGFiZWwiOiLsnpHsl4UiLCJmaWVsZCI6ImFjdGlvbnMiLCJjb2x1bW5zIjpbImFjdGlvbnMiXX0seyJjZWxsSWQiOiJib2R5X3IzX2FkcmVzcyIsImxhYmVsIjoi7Lus65+8IDQiLCJmaWVsZCI6ImFkcmVzcyIsImNvbHVtbnMiOlsiYWRyZXNzIl19XV0sInRhYmxlIjp7InRpdGxlIjoidGJsTGlzdCIsInJvd0tleSI6InJvd0lkIiwic2hvd01vZGVDb2x1bW4iOnRydWUsImV4Y2VsQ29weSI6ZmFsc2UsImhlYWRlclJvd3MiOjMsInJvd1Jvd3MiOjMsInNlbGVjdGlvbiI6Im5vbmUiLCJyb3dzQmluZGluZyI6IiIsImxvYWRpbmdCaW5kaW5nIjoiIiwidG9vbGJhciI6eyJmaWx0ZXIiOmZhbHNlLCJzZWFyY2giOmZhbHNlLCJhZGQiOnRydWUsInNhdmUiOnRydWUsImRlbGV0ZSI6dHJ1ZSwiZXhjZWwiOmZhbHNlLCJyZWZyZXNoIjp0cnVlfSwiaGFuZGxlcnMiOnsiYWRkIjoib25UYWJsZUFkZF9UYWJsZTAwMSIsInNhdmUiOiJvblRhYmxlU2F2ZV9UYWJsZTAwMSIsImRlbGV0ZSI6Im9uVGFibGVEZWxldGVfVGFibGUwMDEiLCJyZWZyZXNoIjoib25UYWJsZVJlZnJlc2hfVGFibGUwMDEifSwicGFnaW5hdGlvbiI6eyJtb2RlIjoiY2xpZW50Iiwicm93c1BlclBhZ2UiOjEwLCJyb3dzUGVyUGFnZU9wdGlvbnMiOlsxMCwyMCw1MCwwXX0sInN0YXRlcyI6eyJub0RhdGEiOnRydWUsImxvYWRpbmciOnRydWUsImVycm9yIjp0cnVlfX0sImV2ZW50cyI6eyJyb3ctY2xpY2siOiJvblJvd0NsaWNrX1RhYmxlMDAxIn19XX1dfV19XSwiZ2VuZXJhdGlvbiI6eyJzY3JpcHRTZXR1cCI6eyJkYXRhRXhwb3J0cyI6WyJzdGFnZXMiLCJzZWFyY2hGb3JtIiwiZWR1Q2xhc3NPcHRpb25zIiwiZWR1RGV0YWlsT3B0aW9uc0ZpbHRlcmVkIiwic2VhcmNoIiwiY2xhc3NPcHRpb25zIl19LCJub3RlcyI6WyLsnbQgSlNPTuydgCBWdWUg7YyM7J287J2EIOq4sOykgOycvOuhnCDsl63rs4DtmZjrkJwg6rKw6rO866y87J2064ukLiIsIuuzteyeoe2VnCDsgqzsmqnsnpAg7KCV7J2YIEphdmFTY3JpcHQg7ZGc7ZiE7Iud7J2AIGR5bmFtaWNQcm9wcyDrmJDripQgcmF3RXhwcmVzc2lvbiDtmJXtg5zroZwg67O07KG065CgIOyImCDsnojri6QuIiwi7J20IOyXreuzgO2ZmOq4sOuKlCBVSSBUT09MIOyDneyEseq4sOqwgCDrp4zrk6AgVnVlIO2MjOydvOydhCDsmrDshKAg64yA7IOB7Jy866GcIO2VnOuLpC4iXX0sInNjcmlwdCI6eyJzcmMiOiJJbmRleFBhZ2UuanMiLCJzZXR1cCI6ImZ1bmN0aW9uIG9uU2VhcmNoKCkge1xuICBjb25zb2xlLmxvZygnb25TZWFyY2gnLCB7IC4uLnNlYXJjaCB9KVxuICBzdG9yZU5hbWUuc2VhcmNoVGV4dCA9ICdzZWFyY2ggdGV4dCAhISEhJ1xuICBjb25zb2xlLmxvZygnc3RvcmVOYW1lLnN0b3JlTmFtZSA6ICcsIHN0b3JlTmFtZS5zdG9yZU5hbWUpXG59XG5cbmZ1bmN0aW9uIHJlc2V0U2VhcmNoKCkge1xuICBjb25zb2xlLmxvZygncmVzZXRTZWFyY2ggc3RvcmVOYW1lLnN0b3JlTmFtZSA6ICcsIHN0b3JlTmFtZS5zdG9yZU5hbWUpXG4gIHN0b3JlTmFtZS5zZWxlY3RMaXN0KHN0b3JlTmFtZS5sb2FkaW5nKVxuICBcblxuICBjb25zb2xlLmxvZygnc3RvcmVOYW1lLnNlYXJjaFRleHQgOiAnLCBzdG9yZU5hbWUuc2VhcmNoVGV4dClcblxufVxuXG5mdW5jdGlvbiBvblJvd0NsaWNrX1RhYmxlMDAxKGV2ZW50LCByb3cpIHtcbiAgY29uc29sZS5sb2coJ3Jvdy1jbGljaycsIHJvdylcblxufVxuXG5cbmZ1bmN0aW9uIG9uVGFibGVBZGRfVGFibGUwMDEoKSB7XG4gIGNvbnNvbGUubG9nKCd0YWJsZS1hZGQnKVxuICAgIGNvbnN0IG5ld1JvdyA9IHtcbiAgICByb3dTbjogRGF0ZS5ub3coKSxcbiAgICBuYW1lOiAn7ZmN6ri464+ZJyxcbiAgICBkdGxEdDogJ+2YgeyLoOq4sO2aje2MgCcsXG4gICAgYWN0aW9ucyA6ICcnLFxuICAgIGtleTogJ2FiZGMnXG4gIH1cbiAgXG4gIFRhYmxlMDAxLmFkZFJvdyhuZXdSb3cpXG4gIFxufVxuXG5cbmZ1bmN0aW9uIG9uVGFibGVTYXZlX1RhYmxlMDAxKCkge1xuICBjb25zb2xlLmxvZygndGFibGUtc2F2ZScpXG59XG5cblxuZnVuY3Rpb24gb25UYWJsZURlbGV0ZV9UYWJsZTAwMSgpIHtcbiAgXG4gIGNvbnNvbGUubG9nKCd0YWJsZS1kZWxldGUnKVxuXG4gIGNvbnN0IHNlbEluZGV4ID0gVGFibGUwMDEuZ2V0U2VsZWN0ZWRJbmRleCgpXG5cbiAgY29uc29sZS5sb2coJ3NlbGVjdGVkIGluZGV4Jywgc2VsSW5kZXgpXG5cbiAgVGFibGUwMDEuZGVsU2VsZWN0ZWRSb3coKVxuICBcbn1cblxuXG5mdW5jdGlvbiBvblRhYmxlUmVmcmVzaF9UYWJsZTAwMSgpIHtcbiAgY29uc29sZS5sb2coJ3RhYmxlLXJlZnJlc2gnKVxuXG4gIGNvbnNvbGUubG9nKCdvblJlZnJlICcsIHN0b3JlTmFtZS5saXN0KVxufVxuIn0sImRhdGFzZXRzIjpbeyJuYW1lIjoiZGVmYXVsdERhdGFzZXQiLCJmaWVsZHMiOlt7Im5hbWUiOiJzdGFnZXMiLCJsYWJlbCI6InN0YWdlcyIsInR5cGUiOiJvYmplY3QiLCJyZXF1aXJlZCI6ZmFsc2V9XX1dLCJpbXBvcnRzIjpbeyJ0eXBlIjoic3RvcmUiLCJuYW1lIjoidXNlSW5kZXhVdGlsU3RvcmUiLCJmcm9tIjoic3JjL3N0b3JlL2luZGV4L0luZGV4VXRpbCIsInZhcmlhYmxlTmFtZSI6InN0b3JlTmFtZSIsInZhbHVlIjoidXNlSW5kZXhVdGlsU3RvcmUiLCJkZWZpbmVTdG9yZUlkIjoiaW5kZXhVdGlsIiwic291cmNlUGF0aCI6Ii5zcmMvc3RvcmUvaW5kZXgvSW5kZXhVdGlsLmpzb24ifSx7InR5cGUiOiJzdG9yZSIsIm5hbWUiOiJ1c2VJblN0b3JlIiwiZnJvbSI6InNyYy9zdG9yZS9pbi9pblN0b3JlIiwidmFyaWFibGVOYW1lIjoic3RvcmVJbiIsInZhbHVlIjoidXNlSW5TdG9yZSIsImRlZmluZVN0b3JlSWQiOiJpbiIsInNvdXJjZVBhdGgiOiIuc3JjL3N0b3JlL2luL2luU3RvcmUuanNvbiJ9XX0=">
            <a:extLst>
              <a:ext uri="{FF2B5EF4-FFF2-40B4-BE49-F238E27FC236}">
                <a16:creationId xmlns:a16="http://schemas.microsoft.com/office/drawing/2014/main" id="{F193A2B5-664B-3EB3-84A8-CC470CBD12BD}"/>
              </a:ext>
            </a:extLst>
          </p:cNvPr>
          <p:cNvSpPr txBox="1"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ko-KR" altLang="en-US"/>
          </a:p>
        </p:txBody>
      </p:sp>
      <p:sp>
        <p:nvSpPr>
          <p:cNvPr id="4" name="qt_deco2" descr="qt:ignore=true" title="qt:ignore=true">
            <a:extLst>
              <a:ext uri="{FF2B5EF4-FFF2-40B4-BE49-F238E27FC236}">
                <a16:creationId xmlns:a16="http://schemas.microsoft.com/office/drawing/2014/main" id="{1B98307B-11D0-12C0-958C-6718766206D4}"/>
              </a:ext>
            </a:extLst>
          </p:cNvPr>
          <p:cNvSpPr/>
          <p:nvPr/>
        </p:nvSpPr>
        <p:spPr>
          <a:xfrm>
            <a:off x="203200" y="203200"/>
            <a:ext cx="14833600" cy="82169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qt_CardSection001" descr="qt:type=CardSection;id=CardSection001;parent=Card001;order=1;class=q-pa-sm;data=eyJpZCI6IkNhcmRTZWN0aW9uMDAxIiwidHlwZSI6IkNhcmRTZWN0aW9uIiwiY2xhc3MiOiJxLXBhLXNtIn0=" title="qt:type=CardSection;id=CardSection001;parent=Card001;order=1;class=q-pa-sm;data=eyJpZCI6IkNhcmRTZWN0aW9uMDAxIiwidHlwZSI6IkNhcmRTZWN0aW9uIiwiY2xhc3MiOiJxLXBhLXNtIn0=">
            <a:extLst>
              <a:ext uri="{FF2B5EF4-FFF2-40B4-BE49-F238E27FC236}">
                <a16:creationId xmlns:a16="http://schemas.microsoft.com/office/drawing/2014/main" id="{3078ADB5-1DCB-F07F-38A4-53B029368BC7}"/>
              </a:ext>
            </a:extLst>
          </p:cNvPr>
          <p:cNvSpPr/>
          <p:nvPr/>
        </p:nvSpPr>
        <p:spPr>
          <a:xfrm>
            <a:off x="501650" y="501650"/>
            <a:ext cx="14236700" cy="1355090"/>
          </a:xfrm>
          <a:prstGeom prst="round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qt_Div017" descr="qt:type=HtmlElement;id=Div017;parent=CardSection001;order=1;tag=div;class=row q-col-gutter-sm;data=eyJpZCI6IkRpdjAxNyIsInR5cGUiOiJIdG1sRWxlbWVudCIsInRhZyI6ImRpdiIsImNsYXNzIjoicm93IHEtY29sLWd1dHRlci1zbSJ9" title="qt:type=HtmlElement;id=Div017;parent=CardSection001;order=1;tag=div;class=row q-col-gutter-sm;data=eyJpZCI6IkRpdjAxNyIsInR5cGUiOiJIdG1sRWxlbWVudCIsInRhZyI6ImRpdiIsImNsYXNzIjoicm93IHEtY29sLWd1dHRlci1zbSJ9">
            <a:extLst>
              <a:ext uri="{FF2B5EF4-FFF2-40B4-BE49-F238E27FC236}">
                <a16:creationId xmlns:a16="http://schemas.microsoft.com/office/drawing/2014/main" id="{377D583E-BCFA-3BC9-7650-D0B375A08AAF}"/>
              </a:ext>
            </a:extLst>
          </p:cNvPr>
          <p:cNvSpPr/>
          <p:nvPr/>
        </p:nvSpPr>
        <p:spPr>
          <a:xfrm>
            <a:off x="501650" y="501650"/>
            <a:ext cx="14140180" cy="125857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qt_Div014" descr="qt:type=HtmlElement;id=Div014;parent=Div017;order=1;tag=div;class=col;data=eyJpZCI6IkRpdjAxNCIsInR5cGUiOiJIdG1sRWxlbWVudCIsInRhZyI6ImRpdiIsImNsYXNzIjoiY29sIn0=" title="qt:type=HtmlElement;id=Div014;parent=Div017;order=1;tag=div;class=col;data=eyJpZCI6IkRpdjAxNCIsInR5cGUiOiJIdG1sRWxlbWVudCIsInRhZyI6ImRpdiIsImNsYXNzIjoiY29sIn0=">
            <a:extLst>
              <a:ext uri="{FF2B5EF4-FFF2-40B4-BE49-F238E27FC236}">
                <a16:creationId xmlns:a16="http://schemas.microsoft.com/office/drawing/2014/main" id="{5A7201A9-5562-09CD-B14C-508AC0FA911C}"/>
              </a:ext>
            </a:extLst>
          </p:cNvPr>
          <p:cNvSpPr/>
          <p:nvPr/>
        </p:nvSpPr>
        <p:spPr>
          <a:xfrm>
            <a:off x="501650" y="501650"/>
            <a:ext cx="11913870" cy="125857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qt_Div013" descr="qt:type=HtmlElement;id=Div013;parent=Div014;order=2;tag=div;class=row;data=eyJpZCI6IkRpdjAxMyIsInR5cGUiOiJIdG1sRWxlbWVudCIsInRhZyI6ImRpdiIsImNsYXNzIjoicm93In0=" title="qt:type=HtmlElement;id=Div013;parent=Div014;order=2;tag=div;class=row;data=eyJpZCI6IkRpdjAxMyIsInR5cGUiOiJIdG1sRWxlbWVudCIsInRhZyI6ImRpdiIsImNsYXNzIjoicm93In0=">
            <a:extLst>
              <a:ext uri="{FF2B5EF4-FFF2-40B4-BE49-F238E27FC236}">
                <a16:creationId xmlns:a16="http://schemas.microsoft.com/office/drawing/2014/main" id="{1C75D3A4-6D7C-8285-D076-AFAB9479F0EC}"/>
              </a:ext>
            </a:extLst>
          </p:cNvPr>
          <p:cNvSpPr/>
          <p:nvPr/>
        </p:nvSpPr>
        <p:spPr>
          <a:xfrm>
            <a:off x="599440" y="481012"/>
            <a:ext cx="11817350" cy="58039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qt_Div011" descr="qt:type=HtmlElement;id=Div011;parent=Div013;order=1;tag=div;class=col-2;data=eyJpZCI6IkRpdjAxMSIsInR5cGUiOiJIdG1sRWxlbWVudCIsInRhZyI6ImRpdiIsImNsYXNzIjoiY29sLTIifQ==" title="qt:type=HtmlElement;id=Div011;parent=Div013;order=1;tag=div;class=col-2;data=eyJpZCI6IkRpdjAxMSIsInR5cGUiOiJIdG1sRWxlbWVudCIsInRhZyI6ImRpdiIsImNsYXNzIjoiY29sLTIifQ==">
            <a:extLst>
              <a:ext uri="{FF2B5EF4-FFF2-40B4-BE49-F238E27FC236}">
                <a16:creationId xmlns:a16="http://schemas.microsoft.com/office/drawing/2014/main" id="{DEC9E074-476A-729E-73CA-FE5642CDB3AF}"/>
              </a:ext>
            </a:extLst>
          </p:cNvPr>
          <p:cNvSpPr/>
          <p:nvPr/>
        </p:nvSpPr>
        <p:spPr>
          <a:xfrm>
            <a:off x="599440" y="481012"/>
            <a:ext cx="1969770" cy="58039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qt_Input001" descr="qt:type=Input;id=Input001;parent=Div012;order=1;model=storeName.searchText;data=eyJpZCI6IklucHV0MDAxIiwidHlwZSI6IklucHV0IiwicHJvcHMiOnsib3V0bGluZWQiOnRydWUsImRlbnNlIjp0cnVlLCJiZ0NvbG9yIjoid2hpdGUifSwibW9kZWxzIjp7Im1vZGVsVmFsdWUiOiJzdG9yZU5hbWUuc2VhcmNoVGV4dCJ9fQ==" title="qt:type=Input;id=Input001;parent=Div012;order=1;model=storeName.searchText;data=eyJpZCI6IklucHV0MDAxIiwidHlwZSI6IklucHV0IiwicHJvcHMiOnsib3V0bGluZWQiOnRydWUsImRlbnNlIjp0cnVlLCJiZ0NvbG9yIjoid2hpdGUifSwibW9kZWxzIjp7Im1vZGVsVmFsdWUiOiJzdG9yZU5hbWUuc2VhcmNoVGV4dCJ9fQ==">
            <a:extLst>
              <a:ext uri="{FF2B5EF4-FFF2-40B4-BE49-F238E27FC236}">
                <a16:creationId xmlns:a16="http://schemas.microsoft.com/office/drawing/2014/main" id="{69771956-F764-D9A8-6477-4F2692212B04}"/>
              </a:ext>
            </a:extLst>
          </p:cNvPr>
          <p:cNvSpPr/>
          <p:nvPr/>
        </p:nvSpPr>
        <p:spPr>
          <a:xfrm>
            <a:off x="2760980" y="529272"/>
            <a:ext cx="9460231" cy="48387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qt_Div016" descr="qt:type=HtmlElement;id=Div016;parent=Div017;order=2;tag=div;class=col-auto;style=min-width: 180px, display: flex, align-items: flex-end;data=eyJpZCI6IkRpdjAxNiIsInR5cGUiOiJIdG1sRWxlbWVudCIsInRhZyI6ImRpdiIsImNsYXNzIjoiY29sLWF1dG8iLCJzdHlsZSI6Im1pbi13aWR0aDogMTgwcHg7IGRpc3BsYXk6IGZsZXg7IGFsaWduLWl0ZW1zOiBmbGV4LWVuZCJ9" title="qt:type=HtmlElement;id=Div016;parent=Div017;order=2;tag=div;class=col-auto;style=min-width: 180px, display: flex, align-items: flex-end;data=eyJpZCI6IkRpdjAxNiIsInR5cGUiOiJIdG1sRWxlbWVudCIsInRhZyI6ImRpdiIsImNsYXNzIjoiY29sLWF1dG8iLCJzdHlsZSI6Im1pbi13aWR0aDogMTgwcHg7IGRpc3BsYXk6IGZsZXg7IGFsaWduLWl0ZW1zOiBmbGV4LWVuZCJ9">
            <a:extLst>
              <a:ext uri="{FF2B5EF4-FFF2-40B4-BE49-F238E27FC236}">
                <a16:creationId xmlns:a16="http://schemas.microsoft.com/office/drawing/2014/main" id="{4F8D7EB0-AD83-62B8-96E7-942CB8EDB720}"/>
              </a:ext>
            </a:extLst>
          </p:cNvPr>
          <p:cNvSpPr/>
          <p:nvPr/>
        </p:nvSpPr>
        <p:spPr>
          <a:xfrm>
            <a:off x="12415520" y="501650"/>
            <a:ext cx="2226310" cy="125857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qt_cardyi9yj" descr="qt:type=Card;id=cardyi9yj;order=2;label=Card;data=eyJpZCI6ImNhcmR5aTl5aiIsInR5cGUiOiJDYXJkIiwicHJvcHMiOnsiZmxhdCI6dHJ1ZSwiYm9yZGVyZWQiOnRydWV9LCJsYWJlbCI6IkNhcmQifQ==" title="qt:type=Card;id=cardyi9yj;order=2;label=Card;data=eyJpZCI6ImNhcmR5aTl5aiIsInR5cGUiOiJDYXJkIiwicHJvcHMiOnsiZmxhdCI6dHJ1ZSwiYm9yZGVyZWQiOnRydWV9LCJsYWJlbCI6IkNhcmQifQ==">
            <a:extLst>
              <a:ext uri="{FF2B5EF4-FFF2-40B4-BE49-F238E27FC236}">
                <a16:creationId xmlns:a16="http://schemas.microsoft.com/office/drawing/2014/main" id="{7A8A74E6-550E-8912-620A-DBFE5ED07F07}"/>
              </a:ext>
            </a:extLst>
          </p:cNvPr>
          <p:cNvSpPr/>
          <p:nvPr/>
        </p:nvSpPr>
        <p:spPr>
          <a:xfrm>
            <a:off x="494030" y="746442"/>
            <a:ext cx="14253211" cy="4927600"/>
          </a:xfrm>
          <a:prstGeom prst="roundRect">
            <a:avLst>
              <a:gd name="adj" fmla="val 1590"/>
            </a:avLst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qt_cardsectionyicnl" descr="qt:type=CardSection;id=cardsectionyicnl;parent=cardyi9yj;order=1;label=Card Section;class=q-pa-sm;data=eyJpZCI6ImNhcmRzZWN0aW9ueWljbmwiLCJ0eXBlIjoiQ2FyZFNlY3Rpb24iLCJjbGFzcyI6InEtcGEtc20iLCJwcm9wcyI6e30sImxhYmVsIjoiQ2FyZCBTZWN0aW9uIn0=" title="qt:type=CardSection;id=cardsectionyicnl;parent=cardyi9yj;order=1;label=Card Section;class=q-pa-sm;data=eyJpZCI6ImNhcmRzZWN0aW9ueWljbmwiLCJ0eXBlIjoiQ2FyZFNlY3Rpb24iLCJjbGFzcyI6InEtcGEtc20iLCJwcm9wcyI6e30sImxhYmVsIjoiQ2FyZCBTZWN0aW9uIn0=">
            <a:extLst>
              <a:ext uri="{FF2B5EF4-FFF2-40B4-BE49-F238E27FC236}">
                <a16:creationId xmlns:a16="http://schemas.microsoft.com/office/drawing/2014/main" id="{6D204DC1-E6DA-B969-2D32-25A3C228D38D}"/>
              </a:ext>
            </a:extLst>
          </p:cNvPr>
          <p:cNvSpPr/>
          <p:nvPr/>
        </p:nvSpPr>
        <p:spPr>
          <a:xfrm>
            <a:off x="501650" y="755332"/>
            <a:ext cx="14236700" cy="4912360"/>
          </a:xfrm>
          <a:prstGeom prst="round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qt_deco49" descr="qt:ignore=true" title="qt:ignore=true">
            <a:extLst>
              <a:ext uri="{FF2B5EF4-FFF2-40B4-BE49-F238E27FC236}">
                <a16:creationId xmlns:a16="http://schemas.microsoft.com/office/drawing/2014/main" id="{3229C394-212D-01F5-018B-E620B0CDC181}"/>
              </a:ext>
            </a:extLst>
          </p:cNvPr>
          <p:cNvSpPr/>
          <p:nvPr/>
        </p:nvSpPr>
        <p:spPr>
          <a:xfrm>
            <a:off x="599440" y="851852"/>
            <a:ext cx="14043660" cy="471805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qt_deco50" descr="qt:ignore=true" title="qt:ignore=true">
            <a:extLst>
              <a:ext uri="{FF2B5EF4-FFF2-40B4-BE49-F238E27FC236}">
                <a16:creationId xmlns:a16="http://schemas.microsoft.com/office/drawing/2014/main" id="{64280F92-D6DD-923D-611F-0B93E399D1A3}"/>
              </a:ext>
            </a:extLst>
          </p:cNvPr>
          <p:cNvSpPr txBox="1"/>
          <p:nvPr/>
        </p:nvSpPr>
        <p:spPr>
          <a:xfrm>
            <a:off x="599440" y="902652"/>
            <a:ext cx="508000" cy="1854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 b="1">
                <a:solidFill>
                  <a:srgbClr val="000000"/>
                </a:solidFill>
                <a:latin typeface="Roboto" panose="02000000000000000000" pitchFamily="2" charset="0"/>
              </a:rPr>
              <a:t>tblLi t</a:t>
            </a:r>
            <a:endParaRPr lang="ko-KR" altLang="en-US" sz="1600" b="1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  <p:sp>
        <p:nvSpPr>
          <p:cNvPr id="53" name="qt_deco51" descr="qt:ignore=true" title="qt:ignore=true">
            <a:extLst>
              <a:ext uri="{FF2B5EF4-FFF2-40B4-BE49-F238E27FC236}">
                <a16:creationId xmlns:a16="http://schemas.microsoft.com/office/drawing/2014/main" id="{ECB7C959-9F1C-C600-BB24-BB831ECAFCB0}"/>
              </a:ext>
            </a:extLst>
          </p:cNvPr>
          <p:cNvSpPr/>
          <p:nvPr/>
        </p:nvSpPr>
        <p:spPr>
          <a:xfrm>
            <a:off x="11897360" y="851852"/>
            <a:ext cx="553720" cy="290830"/>
          </a:xfrm>
          <a:prstGeom prst="roundRect">
            <a:avLst/>
          </a:prstGeom>
          <a:noFill/>
          <a:ln w="6350" cap="flat" cmpd="sng" algn="ctr">
            <a:solidFill>
              <a:srgbClr val="61616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qt_deco52" descr="qt:ignore=true" title="qt:ignore=true">
            <a:extLst>
              <a:ext uri="{FF2B5EF4-FFF2-40B4-BE49-F238E27FC236}">
                <a16:creationId xmlns:a16="http://schemas.microsoft.com/office/drawing/2014/main" id="{4528D9DA-81FC-77E3-A10A-E70A67518E18}"/>
              </a:ext>
            </a:extLst>
          </p:cNvPr>
          <p:cNvSpPr txBox="1"/>
          <p:nvPr/>
        </p:nvSpPr>
        <p:spPr>
          <a:xfrm>
            <a:off x="12018010" y="900112"/>
            <a:ext cx="312420" cy="1854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ko-KR" altLang="en-US" sz="1600">
                <a:solidFill>
                  <a:srgbClr val="616161"/>
                </a:solidFill>
                <a:latin typeface="Roboto" panose="02000000000000000000" pitchFamily="2" charset="0"/>
              </a:rPr>
              <a:t>신규</a:t>
            </a:r>
          </a:p>
        </p:txBody>
      </p:sp>
      <p:sp>
        <p:nvSpPr>
          <p:cNvPr id="55" name="qt_deco53" descr="qt:ignore=true" title="qt:ignore=true">
            <a:extLst>
              <a:ext uri="{FF2B5EF4-FFF2-40B4-BE49-F238E27FC236}">
                <a16:creationId xmlns:a16="http://schemas.microsoft.com/office/drawing/2014/main" id="{FECBBFBA-26E8-8323-315B-85FBD7F6C823}"/>
              </a:ext>
            </a:extLst>
          </p:cNvPr>
          <p:cNvSpPr/>
          <p:nvPr/>
        </p:nvSpPr>
        <p:spPr>
          <a:xfrm>
            <a:off x="12523470" y="851852"/>
            <a:ext cx="553719" cy="290830"/>
          </a:xfrm>
          <a:prstGeom prst="roundRect">
            <a:avLst/>
          </a:prstGeom>
          <a:noFill/>
          <a:ln w="6350" cap="flat" cmpd="sng" algn="ctr">
            <a:solidFill>
              <a:srgbClr val="1976D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qt_deco54" descr="qt:ignore=true" title="qt:ignore=true">
            <a:extLst>
              <a:ext uri="{FF2B5EF4-FFF2-40B4-BE49-F238E27FC236}">
                <a16:creationId xmlns:a16="http://schemas.microsoft.com/office/drawing/2014/main" id="{CC12EA03-DD94-5464-2090-28D29482A31D}"/>
              </a:ext>
            </a:extLst>
          </p:cNvPr>
          <p:cNvSpPr txBox="1"/>
          <p:nvPr/>
        </p:nvSpPr>
        <p:spPr>
          <a:xfrm>
            <a:off x="12645390" y="900112"/>
            <a:ext cx="312420" cy="1854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ko-KR" altLang="en-US" sz="1600">
                <a:solidFill>
                  <a:srgbClr val="1976D2"/>
                </a:solidFill>
                <a:latin typeface="Roboto" panose="02000000000000000000" pitchFamily="2" charset="0"/>
              </a:rPr>
              <a:t>저장</a:t>
            </a:r>
          </a:p>
        </p:txBody>
      </p:sp>
      <p:sp>
        <p:nvSpPr>
          <p:cNvPr id="57" name="qt_deco55" descr="qt:ignore=true" title="qt:ignore=true">
            <a:extLst>
              <a:ext uri="{FF2B5EF4-FFF2-40B4-BE49-F238E27FC236}">
                <a16:creationId xmlns:a16="http://schemas.microsoft.com/office/drawing/2014/main" id="{AD063B61-A32A-D085-7D38-92C631CC0A55}"/>
              </a:ext>
            </a:extLst>
          </p:cNvPr>
          <p:cNvSpPr/>
          <p:nvPr/>
        </p:nvSpPr>
        <p:spPr>
          <a:xfrm>
            <a:off x="13150850" y="851852"/>
            <a:ext cx="553720" cy="290830"/>
          </a:xfrm>
          <a:prstGeom prst="roundRect">
            <a:avLst/>
          </a:prstGeom>
          <a:noFill/>
          <a:ln w="6350" cap="flat" cmpd="sng" algn="ctr">
            <a:solidFill>
              <a:srgbClr val="F4433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qt_deco56" descr="qt:ignore=true" title="qt:ignore=true">
            <a:extLst>
              <a:ext uri="{FF2B5EF4-FFF2-40B4-BE49-F238E27FC236}">
                <a16:creationId xmlns:a16="http://schemas.microsoft.com/office/drawing/2014/main" id="{1C830FDB-3830-04B6-C7B4-3AD7FF2D19D6}"/>
              </a:ext>
            </a:extLst>
          </p:cNvPr>
          <p:cNvSpPr txBox="1"/>
          <p:nvPr/>
        </p:nvSpPr>
        <p:spPr>
          <a:xfrm>
            <a:off x="13271500" y="900112"/>
            <a:ext cx="312420" cy="1854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ko-KR" altLang="en-US" sz="1600">
                <a:solidFill>
                  <a:srgbClr val="F44336"/>
                </a:solidFill>
                <a:latin typeface="Roboto" panose="02000000000000000000" pitchFamily="2" charset="0"/>
              </a:rPr>
              <a:t>삭제</a:t>
            </a:r>
          </a:p>
        </p:txBody>
      </p:sp>
      <p:sp>
        <p:nvSpPr>
          <p:cNvPr id="59" name="qt_deco57" descr="qt:ignore=true" title="qt:ignore=true">
            <a:extLst>
              <a:ext uri="{FF2B5EF4-FFF2-40B4-BE49-F238E27FC236}">
                <a16:creationId xmlns:a16="http://schemas.microsoft.com/office/drawing/2014/main" id="{AB56A324-FAB2-7B55-2E72-936C1662018F}"/>
              </a:ext>
            </a:extLst>
          </p:cNvPr>
          <p:cNvSpPr/>
          <p:nvPr/>
        </p:nvSpPr>
        <p:spPr>
          <a:xfrm>
            <a:off x="13775689" y="851852"/>
            <a:ext cx="864870" cy="290830"/>
          </a:xfrm>
          <a:prstGeom prst="roundRect">
            <a:avLst/>
          </a:prstGeom>
          <a:noFill/>
          <a:ln w="6350" cap="flat" cmpd="sng" algn="ctr">
            <a:solidFill>
              <a:srgbClr val="61616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qt_deco58" descr="qt:ignore=true" title="qt:ignore=true">
            <a:extLst>
              <a:ext uri="{FF2B5EF4-FFF2-40B4-BE49-F238E27FC236}">
                <a16:creationId xmlns:a16="http://schemas.microsoft.com/office/drawing/2014/main" id="{7B235153-E803-4329-AEF2-7DDA55DE68A2}"/>
              </a:ext>
            </a:extLst>
          </p:cNvPr>
          <p:cNvSpPr txBox="1"/>
          <p:nvPr/>
        </p:nvSpPr>
        <p:spPr>
          <a:xfrm>
            <a:off x="13897611" y="900112"/>
            <a:ext cx="623570" cy="1854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ko-KR" altLang="en-US" sz="1600">
                <a:solidFill>
                  <a:srgbClr val="616161"/>
                </a:solidFill>
                <a:latin typeface="Roboto" panose="02000000000000000000" pitchFamily="2" charset="0"/>
              </a:rPr>
              <a:t>새로고침</a:t>
            </a:r>
          </a:p>
        </p:txBody>
      </p:sp>
      <p:sp>
        <p:nvSpPr>
          <p:cNvPr id="61" name="qt_deco59" descr="qt:ignore=true" title="qt:ignore=true">
            <a:extLst>
              <a:ext uri="{FF2B5EF4-FFF2-40B4-BE49-F238E27FC236}">
                <a16:creationId xmlns:a16="http://schemas.microsoft.com/office/drawing/2014/main" id="{0C89068B-C10D-58B6-C17E-D43FDAA9FD86}"/>
              </a:ext>
            </a:extLst>
          </p:cNvPr>
          <p:cNvSpPr/>
          <p:nvPr/>
        </p:nvSpPr>
        <p:spPr>
          <a:xfrm>
            <a:off x="599440" y="1215072"/>
            <a:ext cx="14043660" cy="4356100"/>
          </a:xfrm>
          <a:prstGeom prst="roundRect">
            <a:avLst/>
          </a:prstGeom>
          <a:noFill/>
          <a:ln w="6350" cap="flat" cmpd="sng" algn="ctr">
            <a:solidFill>
              <a:srgbClr val="AEB8C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qt_deco60" descr="qt:ignore=true" title="qt:ignore=true">
            <a:extLst>
              <a:ext uri="{FF2B5EF4-FFF2-40B4-BE49-F238E27FC236}">
                <a16:creationId xmlns:a16="http://schemas.microsoft.com/office/drawing/2014/main" id="{33859EAE-7865-9DD6-8BDC-6C66902DF86C}"/>
              </a:ext>
            </a:extLst>
          </p:cNvPr>
          <p:cNvSpPr/>
          <p:nvPr/>
        </p:nvSpPr>
        <p:spPr>
          <a:xfrm>
            <a:off x="605790" y="1222692"/>
            <a:ext cx="14027149" cy="433959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qt_deco61" descr="qt:ignore=true" title="qt:ignore=true">
            <a:extLst>
              <a:ext uri="{FF2B5EF4-FFF2-40B4-BE49-F238E27FC236}">
                <a16:creationId xmlns:a16="http://schemas.microsoft.com/office/drawing/2014/main" id="{4B61AD73-11B2-74DD-2020-C468256BBDF1}"/>
              </a:ext>
            </a:extLst>
          </p:cNvPr>
          <p:cNvSpPr/>
          <p:nvPr/>
        </p:nvSpPr>
        <p:spPr>
          <a:xfrm>
            <a:off x="605790" y="4980622"/>
            <a:ext cx="14027149" cy="58039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qt_deco62" descr="qt:ignore=true" title="qt:ignore=true">
            <a:extLst>
              <a:ext uri="{FF2B5EF4-FFF2-40B4-BE49-F238E27FC236}">
                <a16:creationId xmlns:a16="http://schemas.microsoft.com/office/drawing/2014/main" id="{10B804F2-4C3A-7CBE-21BE-267609DC47A3}"/>
              </a:ext>
            </a:extLst>
          </p:cNvPr>
          <p:cNvSpPr/>
          <p:nvPr/>
        </p:nvSpPr>
        <p:spPr>
          <a:xfrm>
            <a:off x="605790" y="4980622"/>
            <a:ext cx="14027149" cy="10160"/>
          </a:xfrm>
          <a:prstGeom prst="rect">
            <a:avLst/>
          </a:prstGeom>
          <a:solidFill>
            <a:srgbClr val="D9DE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qt_deco63" descr="qt:ignore=true" title="qt:ignore=true">
            <a:extLst>
              <a:ext uri="{FF2B5EF4-FFF2-40B4-BE49-F238E27FC236}">
                <a16:creationId xmlns:a16="http://schemas.microsoft.com/office/drawing/2014/main" id="{4F32EF20-428F-768E-1C54-280A5C3E1BB0}"/>
              </a:ext>
            </a:extLst>
          </p:cNvPr>
          <p:cNvSpPr txBox="1"/>
          <p:nvPr/>
        </p:nvSpPr>
        <p:spPr>
          <a:xfrm>
            <a:off x="9027160" y="5162232"/>
            <a:ext cx="74295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Page Size: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66" name="qt_deco64" descr="qt:ignore=true" title="qt:ignore=true">
            <a:extLst>
              <a:ext uri="{FF2B5EF4-FFF2-40B4-BE49-F238E27FC236}">
                <a16:creationId xmlns:a16="http://schemas.microsoft.com/office/drawing/2014/main" id="{2D1E6E6F-87D5-9289-8CD9-4061DD053E8D}"/>
              </a:ext>
            </a:extLst>
          </p:cNvPr>
          <p:cNvSpPr/>
          <p:nvPr/>
        </p:nvSpPr>
        <p:spPr>
          <a:xfrm>
            <a:off x="9866630" y="5094922"/>
            <a:ext cx="604520" cy="3632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FD7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qt_deco65" descr="qt:ignore=true" title="qt:ignore=true">
            <a:extLst>
              <a:ext uri="{FF2B5EF4-FFF2-40B4-BE49-F238E27FC236}">
                <a16:creationId xmlns:a16="http://schemas.microsoft.com/office/drawing/2014/main" id="{37233C30-0F16-943B-D6BC-C0C57A7D034C}"/>
              </a:ext>
            </a:extLst>
          </p:cNvPr>
          <p:cNvSpPr txBox="1"/>
          <p:nvPr/>
        </p:nvSpPr>
        <p:spPr>
          <a:xfrm>
            <a:off x="9970770" y="5162232"/>
            <a:ext cx="18288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10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68" name="qt_deco66" descr="qt:ignore=true" title="qt:ignore=true">
            <a:extLst>
              <a:ext uri="{FF2B5EF4-FFF2-40B4-BE49-F238E27FC236}">
                <a16:creationId xmlns:a16="http://schemas.microsoft.com/office/drawing/2014/main" id="{037046E3-D5A0-5F07-90A2-611F692C7E7E}"/>
              </a:ext>
            </a:extLst>
          </p:cNvPr>
          <p:cNvSpPr/>
          <p:nvPr/>
        </p:nvSpPr>
        <p:spPr>
          <a:xfrm>
            <a:off x="10172700" y="5180012"/>
            <a:ext cx="193040" cy="19304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qt_deco67" descr="qt:ignore=true" title="qt:ignore=true">
            <a:extLst>
              <a:ext uri="{FF2B5EF4-FFF2-40B4-BE49-F238E27FC236}">
                <a16:creationId xmlns:a16="http://schemas.microsoft.com/office/drawing/2014/main" id="{AA46AA7F-59A0-33E6-0E00-E2D288B00B69}"/>
              </a:ext>
            </a:extLst>
          </p:cNvPr>
          <p:cNvSpPr txBox="1"/>
          <p:nvPr/>
        </p:nvSpPr>
        <p:spPr>
          <a:xfrm>
            <a:off x="10906760" y="5162232"/>
            <a:ext cx="9398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1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0" name="qt_deco68" descr="qt:ignore=true" title="qt:ignore=true">
            <a:extLst>
              <a:ext uri="{FF2B5EF4-FFF2-40B4-BE49-F238E27FC236}">
                <a16:creationId xmlns:a16="http://schemas.microsoft.com/office/drawing/2014/main" id="{80659728-6477-16BF-6A5D-48A167740473}"/>
              </a:ext>
            </a:extLst>
          </p:cNvPr>
          <p:cNvSpPr txBox="1"/>
          <p:nvPr/>
        </p:nvSpPr>
        <p:spPr>
          <a:xfrm>
            <a:off x="11047730" y="5162232"/>
            <a:ext cx="15621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to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1" name="qt_deco69" descr="qt:ignore=true" title="qt:ignore=true">
            <a:extLst>
              <a:ext uri="{FF2B5EF4-FFF2-40B4-BE49-F238E27FC236}">
                <a16:creationId xmlns:a16="http://schemas.microsoft.com/office/drawing/2014/main" id="{C04D6C23-AA92-7B92-3403-186DE9ED34C4}"/>
              </a:ext>
            </a:extLst>
          </p:cNvPr>
          <p:cNvSpPr txBox="1"/>
          <p:nvPr/>
        </p:nvSpPr>
        <p:spPr>
          <a:xfrm>
            <a:off x="11250930" y="5162232"/>
            <a:ext cx="9398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3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2" name="qt_deco70" descr="qt:ignore=true" title="qt:ignore=true">
            <a:extLst>
              <a:ext uri="{FF2B5EF4-FFF2-40B4-BE49-F238E27FC236}">
                <a16:creationId xmlns:a16="http://schemas.microsoft.com/office/drawing/2014/main" id="{CED43F7C-DF98-17B6-9E44-CFB042874AAA}"/>
              </a:ext>
            </a:extLst>
          </p:cNvPr>
          <p:cNvSpPr txBox="1"/>
          <p:nvPr/>
        </p:nvSpPr>
        <p:spPr>
          <a:xfrm>
            <a:off x="11391900" y="5162232"/>
            <a:ext cx="15240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of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3" name="qt_deco71" descr="qt:ignore=true" title="qt:ignore=true">
            <a:extLst>
              <a:ext uri="{FF2B5EF4-FFF2-40B4-BE49-F238E27FC236}">
                <a16:creationId xmlns:a16="http://schemas.microsoft.com/office/drawing/2014/main" id="{2759A7E0-12C8-5993-0D1F-7A868BEDE013}"/>
              </a:ext>
            </a:extLst>
          </p:cNvPr>
          <p:cNvSpPr txBox="1"/>
          <p:nvPr/>
        </p:nvSpPr>
        <p:spPr>
          <a:xfrm>
            <a:off x="11590020" y="5162232"/>
            <a:ext cx="9398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3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4" name="qt_deco72" descr="qt:ignore=true" title="qt:ignore=true">
            <a:extLst>
              <a:ext uri="{FF2B5EF4-FFF2-40B4-BE49-F238E27FC236}">
                <a16:creationId xmlns:a16="http://schemas.microsoft.com/office/drawing/2014/main" id="{842030B6-ACC3-A19F-6EAF-A71E845B6884}"/>
              </a:ext>
            </a:extLst>
          </p:cNvPr>
          <p:cNvSpPr/>
          <p:nvPr/>
        </p:nvSpPr>
        <p:spPr>
          <a:xfrm>
            <a:off x="12167870" y="5180012"/>
            <a:ext cx="193040" cy="193040"/>
          </a:xfrm>
          <a:prstGeom prst="rect">
            <a:avLst/>
          </a:prstGeom>
          <a:solidFill>
            <a:srgbClr val="B9C0C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qt_deco73" descr="qt:ignore=true" title="qt:ignore=true">
            <a:extLst>
              <a:ext uri="{FF2B5EF4-FFF2-40B4-BE49-F238E27FC236}">
                <a16:creationId xmlns:a16="http://schemas.microsoft.com/office/drawing/2014/main" id="{63D7B28A-C34E-EA7F-AF9C-D370746FDEB5}"/>
              </a:ext>
            </a:extLst>
          </p:cNvPr>
          <p:cNvSpPr/>
          <p:nvPr/>
        </p:nvSpPr>
        <p:spPr>
          <a:xfrm>
            <a:off x="12506960" y="5180012"/>
            <a:ext cx="193040" cy="193040"/>
          </a:xfrm>
          <a:prstGeom prst="rect">
            <a:avLst/>
          </a:prstGeom>
          <a:solidFill>
            <a:srgbClr val="B9C0C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qt_deco74" descr="qt:ignore=true" title="qt:ignore=true">
            <a:extLst>
              <a:ext uri="{FF2B5EF4-FFF2-40B4-BE49-F238E27FC236}">
                <a16:creationId xmlns:a16="http://schemas.microsoft.com/office/drawing/2014/main" id="{3CF873DF-AF53-A7D4-A18D-55AADBBB93AD}"/>
              </a:ext>
            </a:extLst>
          </p:cNvPr>
          <p:cNvSpPr txBox="1"/>
          <p:nvPr/>
        </p:nvSpPr>
        <p:spPr>
          <a:xfrm>
            <a:off x="12846050" y="5162232"/>
            <a:ext cx="36449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Page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7" name="qt_deco75" descr="qt:ignore=true" title="qt:ignore=true">
            <a:extLst>
              <a:ext uri="{FF2B5EF4-FFF2-40B4-BE49-F238E27FC236}">
                <a16:creationId xmlns:a16="http://schemas.microsoft.com/office/drawing/2014/main" id="{7604CF3B-5A97-4C09-4F2C-8AB448D89C29}"/>
              </a:ext>
            </a:extLst>
          </p:cNvPr>
          <p:cNvSpPr txBox="1"/>
          <p:nvPr/>
        </p:nvSpPr>
        <p:spPr>
          <a:xfrm>
            <a:off x="13256261" y="5162232"/>
            <a:ext cx="9398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1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8" name="qt_deco76" descr="qt:ignore=true" title="qt:ignore=true">
            <a:extLst>
              <a:ext uri="{FF2B5EF4-FFF2-40B4-BE49-F238E27FC236}">
                <a16:creationId xmlns:a16="http://schemas.microsoft.com/office/drawing/2014/main" id="{05E504B5-79AF-0A41-3741-6F552A34E8AA}"/>
              </a:ext>
            </a:extLst>
          </p:cNvPr>
          <p:cNvSpPr txBox="1"/>
          <p:nvPr/>
        </p:nvSpPr>
        <p:spPr>
          <a:xfrm>
            <a:off x="13395961" y="5162232"/>
            <a:ext cx="15240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of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79" name="qt_deco77" descr="qt:ignore=true" title="qt:ignore=true">
            <a:extLst>
              <a:ext uri="{FF2B5EF4-FFF2-40B4-BE49-F238E27FC236}">
                <a16:creationId xmlns:a16="http://schemas.microsoft.com/office/drawing/2014/main" id="{FA53EB75-39F1-C75E-2234-27F0A0149877}"/>
              </a:ext>
            </a:extLst>
          </p:cNvPr>
          <p:cNvSpPr txBox="1"/>
          <p:nvPr/>
        </p:nvSpPr>
        <p:spPr>
          <a:xfrm>
            <a:off x="13595350" y="5162232"/>
            <a:ext cx="93980" cy="2260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ko-KR" sz="1600">
                <a:solidFill>
                  <a:srgbClr val="111827"/>
                </a:solidFill>
                <a:latin typeface="Inter"/>
              </a:rPr>
              <a:t>1</a:t>
            </a:r>
            <a:endParaRPr lang="ko-KR" altLang="en-US" sz="1600">
              <a:solidFill>
                <a:srgbClr val="111827"/>
              </a:solidFill>
              <a:latin typeface="Inter"/>
            </a:endParaRPr>
          </a:p>
        </p:txBody>
      </p:sp>
      <p:sp>
        <p:nvSpPr>
          <p:cNvPr id="80" name="qt_deco78" descr="qt:ignore=true" title="qt:ignore=true">
            <a:extLst>
              <a:ext uri="{FF2B5EF4-FFF2-40B4-BE49-F238E27FC236}">
                <a16:creationId xmlns:a16="http://schemas.microsoft.com/office/drawing/2014/main" id="{D9F230F6-CC40-CD45-26A0-9D021F9C8C03}"/>
              </a:ext>
            </a:extLst>
          </p:cNvPr>
          <p:cNvSpPr/>
          <p:nvPr/>
        </p:nvSpPr>
        <p:spPr>
          <a:xfrm>
            <a:off x="13835380" y="5180012"/>
            <a:ext cx="193040" cy="193040"/>
          </a:xfrm>
          <a:prstGeom prst="rect">
            <a:avLst/>
          </a:prstGeom>
          <a:solidFill>
            <a:srgbClr val="B9C0C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qt_deco79" descr="qt:ignore=true" title="qt:ignore=true">
            <a:extLst>
              <a:ext uri="{FF2B5EF4-FFF2-40B4-BE49-F238E27FC236}">
                <a16:creationId xmlns:a16="http://schemas.microsoft.com/office/drawing/2014/main" id="{7102F7D7-CAFC-96D6-0F35-37F06F4E2C51}"/>
              </a:ext>
            </a:extLst>
          </p:cNvPr>
          <p:cNvSpPr/>
          <p:nvPr/>
        </p:nvSpPr>
        <p:spPr>
          <a:xfrm>
            <a:off x="14174470" y="5180012"/>
            <a:ext cx="193039" cy="193040"/>
          </a:xfrm>
          <a:prstGeom prst="rect">
            <a:avLst/>
          </a:prstGeom>
          <a:solidFill>
            <a:srgbClr val="B9C0C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2" name="qt_Table001" descr="qt:type=Table;id=Table001;parent=cardsectionyicnl;order=1;label=tblList;event.row-click=onRowClick_Table001;columns=name:명칭,dtlDt:상세일자,actions:작업,adress:주소;data=eyJpZCI6IlRhYmxlMDAxIiwidHlwZSI6IlRhYmxlIiwibGFiZWwiOiJ0YmxMaXN0IiwicHJvcHMiOnsicm93cyI6W10sInJvd0tleSI6InJvd0lkIiwibm9EYXRhTGFiZWwiOiLrjbDsnbTthLDqsIAg7JeG7Iq164uI64ukLiIsImxvYWRpbmdMYWJlbCI6IuuNsOydtO2EsOulvCDrtojrn6zsmKTripQg7KSR7J6F64uI64ukLiJ9LCJtb2RlbHMiOnsicGFnaW5hdGlvbiI6IlRhYmxlMDAxUGFnaW5hdGlvbiJ9LCJjb2x1bW5zIjpbeyJuYW1lIjoibmFtZSIsImxhYmVsIjoi66qF7LmtIiwiZmllbGQiOiJuYW1lIiwidHlwZSI6InRleHQiLCJhbGlnbiI6ImxlZnQiLCJzb3J0YWJsZSI6dHJ1ZSwicmVxdWlyZWQiOmZhbHNlLCJlZGl0YWJsZSI6ZmFsc2V9LHsibmFtZSI6ImR0bER0IiwibGFiZWwiOiLsg4HshLjsnbzsnpAiLCJmaWVsZCI6ImR0bER0IiwidHlwZSI6ImRhdGUiLCJhbGlnbiI6ImNlbnRlciIsInNvcnRhYmxlIjp0cnVlLCJyZXF1aXJlZCI6ZmFsc2UsImVkaXRhYmxlIjpmYWxzZX0seyJuYW1lIjoiYWN0aW9ucyIsImxhYmVsIjoi7J6R7JeFIiwiZmllbGQiOiJhY3Rpb25zIiwidHlwZSI6ImFjdGlvbnMiLCJhbGlnbiI6ImNlbnRlciIsInNvcnRhYmxlIjpmYWxzZSwicmVxdWlyZWQiOmZhbHNlLCJlZGl0YWJsZSI6ZmFsc2V9LHsibmFtZSI6ImNvbHVtbjQiLCJsYWJlbCI6IuyjvOyGjCIsImZpZWxkIjoiYWRyZXNzIiwidHlwZSI6InRleHQiLCJhbGlnbiI6ImxlZnQiLCJzb3J0YWJsZSI6ZmFsc2UsInJlcXVpcmVkIjpmYWxzZSwiZWRpdGFibGUiOmZhbHNlfV0sImhlYWRlclJvd3MiOltbeyJjZWxsSWQiOiJoZWFkZXJfcjFfbmFtZSIsImxhYmVsIjoi66qF7LmtIiwiZmllbGQiOiJuYW1lIiwiY29sdW1ucyI6WyJuYW1lIl19LHsiY2VsbElkIjoiaGVhZGVyX3IxX2R0bER0IiwibGFiZWwiOiLsg4HshLjsnbzsnpAiLCJmaWVsZCI6ImR0bER0IiwiY29sdW1ucyI6WyJkdGxEdCIsImFjdGlvbnMiXSwiY29sc3BhbiI6Mn0seyJjZWxsSWQiOiJoZWFkZXJfcjFfYWRyZXNzIiwibGFiZWwiOiLsu6zrn7wgNCIsImZpZWxkIjoiYWRyZXNzIiwiY29sdW1ucyI6WyJhZHJlc3MiXX1dLFt7ImNlbGxJZCI6ImhlYWRlcl9yMl9uYW1lIiwibGFiZWwiOiJ0aXRsZTEiLCJmaWVsZCI6Im5hbWUiLCJjb2x1bW5zIjpbIm5hbWUiXX0seyJjZWxsSWQiOiJoZWFkZXJfcjJfZHRsRHQiLCJsYWJlbCI6InRpdGxlMiIsImZpZWxkIjoiZHRsRHQiLCJjb2x1bW5zIjpbImR0bER0Il19LHsiY2VsbElkIjoiaGVhZGVyX3IyX2FjdGlvbnMiLCJsYWJlbCI6InRpdGxlMyIsImZpZWxkIjoiYWN0aW9ucyIsImNvbHVtbnMiOlsiYWN0aW9ucyJdfSx7ImNlbGxJZCI6ImhlYWRlcl9yMl9hZHJlc3MiLCJsYWJlbCI6Iuy7rOufvCA0IiwiZmllbGQiOiJhZHJlc3MiLCJjb2x1bW5zIjpbImFkcmVzcyJdfV0sW3siY2VsbElkIjoiaGVhZGVyX3IzX25hbWUiLCJsYWJlbCI6InRpdGxlMSIsImZpZWxkIjoibmFtZSIsImNvbHVtbnMiOlsibmFtZSJdfSx7ImNlbGxJZCI6ImhlYWRlcl9yM19kdGxEdCIsImxhYmVsIjoidGl0bGUyIiwiZmllbGQiOiJkdGxEdCIsImNvbHVtbnMiOlsiZHRsRHQiXX0seyJjZWxsSWQiOiJoZWFkZXJfcjNfYWN0aW9ucyIsImxhYmVsIjoidGl0bGUzIiwiZmllbGQiOiJhY3Rpb25zIiwiY29sdW1ucyI6WyJhY3Rpb25zIl19LHsiY2VsbElkIjoiaGVhZGVyX3IzX2FkcmVzcyIsImxhYmVsIjoi7Lus65+8IDQiLCJmaWVsZCI6ImFkcmVzcyIsImNvbHVtbnMiOlsiYWRyZXNzIl19XV0sImJvZHlSb3dzIjpbW3siY2VsbElkIjoiYm9keV9yMV9uYW1lIiwibGFiZWwiOiLrqoXsua0iLCJmaWVsZCI6Im5hbWUiLCJjb2x1bW5zIjpbIm5hbWUiXSwicm93c3BhbiI6Mn0seyJjZWxsSWQiOiJib2R5X3IxX2R0bER0IiwibGFiZWwiOiLsg4HshLjsnbzsnpAiLCJmaWVsZCI6ImR0bER0IiwiY29sdW1ucyI6WyJkdGxEdCIsImFjdGlvbnMiXSwiY29sc3BhbiI6Mn0seyJjZWxsSWQiOiJib2R5X3IxX2FkcmVzcyIsImxhYmVsIjoi7Lus65+8IDQiLCJmaWVsZCI6ImFkcmVzcyIsImNvbHVtbnMiOlsiYWRyZXNzIl0sInJvd3NwYW4iOjJ9XSxbeyJjZWxsSWQiOiJib2R5X3IyX2R0bER0IiwibGFiZWwiOiLsg4HshLjsnbzsnpAiLCJmaWVsZCI6ImR0bER0IiwiY29sdW1ucyI6WyJkdGxEdCIsImFjdGlvbnMiXSwiY29sc3BhbiI6Mn1dLFt7ImNlbGxJZCI6ImJvZHlfcjNfbmFtZSIsImxhYmVsIjoi66qF7LmtIiwiZmllbGQiOiJuYW1lIiwiY29sdW1ucyI6WyJuYW1lIl19LHsiY2VsbElkIjoiYm9keV9yM19kdGxEdCIsImxhYmVsIjoi7IOB7IS47J287J6QIiwiZmllbGQiOiJkdGxEdCIsImNvbHVtbnMiOlsiZHRsRHQiXX0seyJjZWxsSWQiOiJib2R5X3IzX2FjdGlvbnMiLCJsYWJlbCI6IuyekeyXhSIsImZpZWxkIjoiYWN0aW9ucyIsImNvbHVtbnMiOlsiYWN0aW9ucyJdfSx7ImNlbGxJZCI6ImJvZHlfcjNfYWRyZXNzIiwibGFiZWwiOiLsu6zrn7wgNCIsImZpZWxkIjoiYWRyZXNzIiwiY29sdW1ucyI6WyJhZHJlc3MiXX1dXSwidGFibGUiOnsidGl0bGUiOiJ0YmxMaXN0Iiwicm93S2V5Ijoicm93SWQiLCJzaG93TW9kZUNvbHVtbiI6dHJ1ZSwiZXhjZWxDb3B5IjpmYWxzZSwiaGVhZGVyUm93cyI6Mywicm93Um93cyI6Mywic2VsZWN0aW9uIjoibm9uZSIsInJvd3NCaW5kaW5nIjoiIiwibG9hZGluZ0JpbmRpbmciOiIiLCJ0b29sYmFyIjp7ImZpbHRlciI6ZmFsc2UsInNlYXJjaCI6ZmFsc2UsImFkZCI6dHJ1ZSwic2F2ZSI6dHJ1ZSwiZGVsZXRlIjp0cnVlLCJleGNlbCI6ZmFsc2UsInJlZnJlc2giOnRydWV9LCJoYW5kbGVycyI6eyJhZGQiOiJvblRhYmxlQWRkX1RhYmxlMDAxIiwic2F2ZSI6Im9uVGFibGVTYXZlX1RhYmxlMDAxIiwiZGVsZXRlIjoib25UYWJsZURlbGV0ZV9UYWJsZTAwMSIsInJlZnJlc2giOiJvblRhYmxlUmVmcmVzaF9UYWJsZTAwMSJ9LCJwYWdpbmF0aW9uIjp7Im1vZGUiOiJjbGllbnQiLCJyb3dzUGVyUGFnZSI6MTAsInJvd3NQZXJQYWdlT3B0aW9ucyI6WzEwLDIwLDUwLDBdfSwic3RhdGVzIjp7Im5vRGF0YSI6dHJ1ZSwibG9hZGluZyI6dHJ1ZSwiZXJyb3IiOnRydWV9fSwiZXZlbnRzIjp7InJvdy1jbGljayI6Im9uUm93Q2xpY2tfVGFibGUwMDEifX0=" title="qt:type=Table;id=Table001;parent=cardsectionyicnl;order=1;label=tblList;event.row-click=onRowClick_Table001;columns=name:명칭,dtlDt:상세일자,actions:작업,adress:주소;data=eyJpZCI6IlRhYmxlMDAxIiwidHlwZSI6IlRhYmxlIiwibGFiZWwiOiJ0YmxMaXN0IiwicHJvcHMiOnsicm93cyI6W10sInJvd0tleSI6InJvd0lkIiwibm9EYXRhTGFiZWwiOiLrjbDsnbTthLDqsIAg7JeG7Iq164uI64ukLiIsImxvYWRpbmdMYWJlbCI6IuuNsOydtO2EsOulvCDrtojrn6zsmKTripQg7KSR7J6F64uI64ukLiJ9LCJtb2RlbHMiOnsicGFnaW5hdGlvbiI6IlRhYmxlMDAxUGFnaW5hdGlvbiJ9LCJjb2x1bW5zIjpbeyJuYW1lIjoibmFtZSIsImxhYmVsIjoi66qF7LmtIiwiZmllbGQiOiJuYW1lIiwidHlwZSI6InRleHQiLCJhbGlnbiI6ImxlZnQiLCJzb3J0YWJsZSI6dHJ1ZSwicmVxdWlyZWQiOmZhbHNlLCJlZGl0YWJsZSI6ZmFsc2V9LHsibmFtZSI6ImR0bER0IiwibGFiZWwiOiLsg4HshLjsnbzsnpAiLCJmaWVsZCI6ImR0bER0IiwidHlwZSI6ImRhdGUiLCJhbGlnbiI6ImNlbnRlciIsInNvcnRhYmxlIjp0cnVlLCJyZXF1aXJlZCI6ZmFsc2UsImVkaXRhYmxlIjpmYWxzZX0seyJuYW1lIjoiYWN0aW9ucyIsImxhYmVsIjoi7J6R7JeFIiwiZmllbGQiOiJhY3Rpb25zIiwidHlwZSI6ImFjdGlvbnMiLCJhbGlnbiI6ImNlbnRlciIsInNvcnRhYmxlIjpmYWxzZSwicmVxdWlyZWQiOmZhbHNlLCJlZGl0YWJsZSI6ZmFsc2V9LHsibmFtZSI6ImNvbHVtbjQiLCJsYWJlbCI6IuyjvOyGjCIsImZpZWxkIjoiYWRyZXNzIiwidHlwZSI6InRleHQiLCJhbGlnbiI6ImxlZnQiLCJzb3J0YWJsZSI6ZmFsc2UsInJlcXVpcmVkIjpmYWxzZSwiZWRpdGFibGUiOmZhbHNlfV0sImhlYWRlclJvd3MiOltbeyJjZWxsSWQiOiJoZWFkZXJfcjFfbmFtZSIsImxhYmVsIjoi66qF7LmtIiwiZmllbGQiOiJuYW1lIiwiY29sdW1ucyI6WyJuYW1lIl19LHsiY2VsbElkIjoiaGVhZGVyX3IxX2R0bER0IiwibGFiZWwiOiLsg4HshLjsnbzsnpAiLCJmaWVsZCI6ImR0bER0IiwiY29sdW1ucyI6WyJkdGxEdCIsImFjdGlvbnMiXSwiY29sc3BhbiI6Mn0seyJjZWxsSWQiOiJoZWFkZXJfcjFfYWRyZXNzIiwibGFiZWwiOiLsu6zrn7wgNCIsImZpZWxkIjoiYWRyZXNzIiwiY29sdW1ucyI6WyJhZHJlc3MiXX1dLFt7ImNlbGxJZCI6ImhlYWRlcl9yMl9uYW1lIiwibGFiZWwiOiJ0aXRsZTEiLCJmaWVsZCI6Im5hbWUiLCJjb2x1bW5zIjpbIm5hbWUiXX0seyJjZWxsSWQiOiJoZWFkZXJfcjJfZHRsRHQiLCJsYWJlbCI6InRpdGxlMiIsImZpZWxkIjoiZHRsRHQiLCJjb2x1bW5zIjpbImR0bER0Il19LHsiY2VsbElkIjoiaGVhZGVyX3IyX2FjdGlvbnMiLCJsYWJlbCI6InRpdGxlMyIsImZpZWxkIjoiYWN0aW9ucyIsImNvbHVtbnMiOlsiYWN0aW9ucyJdfSx7ImNlbGxJZCI6ImhlYWRlcl9yMl9hZHJlc3MiLCJsYWJlbCI6Iuy7rOufvCA0IiwiZmllbGQiOiJhZHJlc3MiLCJjb2x1bW5zIjpbImFkcmVzcyJdfV0sW3siY2VsbElkIjoiaGVhZGVyX3IzX25hbWUiLCJsYWJlbCI6InRpdGxlMSIsImZpZWxkIjoibmFtZSIsImNvbHVtbnMiOlsibmFtZSJdfSx7ImNlbGxJZCI6ImhlYWRlcl9yM19kdGxEdCIsImxhYmVsIjoidGl0bGUyIiwiZmllbGQiOiJkdGxEdCIsImNvbHVtbnMiOlsiZHRsRHQiXX0seyJjZWxsSWQiOiJoZWFkZXJfcjNfYWN0aW9ucyIsImxhYmVsIjoidGl0bGUzIiwiZmllbGQiOiJhY3Rpb25zIiwiY29sdW1ucyI6WyJhY3Rpb25zIl19LHsiY2VsbElkIjoiaGVhZGVyX3IzX2FkcmVzcyIsImxhYmVsIjoi7Lus65+8IDQiLCJmaWVsZCI6ImFkcmVzcyIsImNvbHVtbnMiOlsiYWRyZXNzIl19XV0sImJvZHlSb3dzIjpbW3siY2VsbElkIjoiYm9keV9yMV9uYW1lIiwibGFiZWwiOiLrqoXsua0iLCJmaWVsZCI6Im5hbWUiLCJjb2x1bW5zIjpbIm5hbWUiXSwicm93c3BhbiI6Mn0seyJjZWxsSWQiOiJib2R5X3IxX2R0bER0IiwibGFiZWwiOiLsg4HshLjsnbzsnpAiLCJmaWVsZCI6ImR0bER0IiwiY29sdW1ucyI6WyJkdGxEdCIsImFjdGlvbnMiXSwiY29sc3BhbiI6Mn0seyJjZWxsSWQiOiJib2R5X3IxX2FkcmVzcyIsImxhYmVsIjoi7Lus65+8IDQiLCJmaWVsZCI6ImFkcmVzcyIsImNvbHVtbnMiOlsiYWRyZXNzIl0sInJvd3NwYW4iOjJ9XSxbeyJjZWxsSWQiOiJib2R5X3IyX2R0bER0IiwibGFiZWwiOiLsg4HshLjsnbzsnpAiLCJmaWVsZCI6ImR0bER0IiwiY29sdW1ucyI6WyJkdGxEdCIsImFjdGlvbnMiXSwiY29sc3BhbiI6Mn1dLFt7ImNlbGxJZCI6ImJvZHlfcjNfbmFtZSIsImxhYmVsIjoi66qF7LmtIiwiZmllbGQiOiJuYW1lIiwiY29sdW1ucyI6WyJuYW1lIl19LHsiY2VsbElkIjoiYm9keV9yM19kdGxEdCIsImxhYmVsIjoi7IOB7IS47J287J6QIiwiZmllbGQiOiJkdGxEdCIsImNvbHVtbnMiOlsiZHRsRHQiXX0seyJjZWxsSWQiOiJib2R5X3IzX2FjdGlvbnMiLCJsYWJlbCI6IuyekeyXhSIsImZpZWxkIjoiYWN0aW9ucyIsImNvbHVtbnMiOlsiYWN0aW9ucyJdfSx7ImNlbGxJZCI6ImJvZHlfcjNfYWRyZXNzIiwibGFiZWwiOiLsu6zrn7wgNCIsImZpZWxkIjoiYWRyZXNzIiwiY29sdW1ucyI6WyJhZHJlc3MiXX1dXSwidGFibGUiOnsidGl0bGUiOiJ0YmxMaXN0Iiwicm93S2V5Ijoicm93SWQiLCJzaG93TW9kZUNvbHVtbiI6dHJ1ZSwiZXhjZWxDb3B5IjpmYWxzZSwiaGVhZGVyUm93cyI6Mywicm93Um93cyI6Mywic2VsZWN0aW9uIjoibm9uZSIsInJvd3NCaW5kaW5nIjoiIiwibG9hZGluZ0JpbmRpbmciOiIiLCJ0b29sYmFyIjp7ImZpbHRlciI6ZmFsc2UsInNlYXJjaCI6ZmFsc2UsImFkZCI6dHJ1ZSwic2F2ZSI6dHJ1ZSwiZGVsZXRlIjp0cnVlLCJleGNlbCI6ZmFsc2UsInJlZnJlc2giOnRydWV9LCJoYW5kbGVycyI6eyJhZGQiOiJvblRhYmxlQWRkX1RhYmxlMDAxIiwic2F2ZSI6Im9uVGFibGVTYXZlX1RhYmxlMDAxIiwiZGVsZXRlIjoib25UYWJsZURlbGV0ZV9UYWJsZTAwMSIsInJlZnJlc2giOiJvblRhYmxlUmVmcmVzaF9UYWJsZTAwMSJ9LCJwYWdpbmF0aW9uIjp7Im1vZGUiOiJjbGllbnQiLCJyb3dzUGVyUGFnZSI6MTAsInJvd3NQZXJQYWdlT3B0aW9ucyI6WzEwLDIwLDUwLDBdfSwic3RhdGVzIjp7Im5vRGF0YSI6dHJ1ZSwibG9hZGluZyI6dHJ1ZSwiZXJyb3IiOnRydWV9fSwiZXZlbnRzIjp7InJvdy1jbGljayI6Im9uUm93Q2xpY2tfVGFibGUwMDEifX0=">
            <a:extLst>
              <a:ext uri="{FF2B5EF4-FFF2-40B4-BE49-F238E27FC236}">
                <a16:creationId xmlns:a16="http://schemas.microsoft.com/office/drawing/2014/main" id="{819AA0C8-5516-574F-41E5-891E5733A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250301"/>
              </p:ext>
            </p:extLst>
          </p:nvPr>
        </p:nvGraphicFramePr>
        <p:xfrm>
          <a:off x="605790" y="1222692"/>
          <a:ext cx="14020800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">
                  <a:extLst>
                    <a:ext uri="{9D8B030D-6E8A-4147-A177-3AD203B41FA5}">
                      <a16:colId xmlns:a16="http://schemas.microsoft.com/office/drawing/2014/main" val="4135350437"/>
                    </a:ext>
                  </a:extLst>
                </a:gridCol>
                <a:gridCol w="3362960">
                  <a:extLst>
                    <a:ext uri="{9D8B030D-6E8A-4147-A177-3AD203B41FA5}">
                      <a16:colId xmlns:a16="http://schemas.microsoft.com/office/drawing/2014/main" val="2250813949"/>
                    </a:ext>
                  </a:extLst>
                </a:gridCol>
                <a:gridCol w="3375660">
                  <a:extLst>
                    <a:ext uri="{9D8B030D-6E8A-4147-A177-3AD203B41FA5}">
                      <a16:colId xmlns:a16="http://schemas.microsoft.com/office/drawing/2014/main" val="3502823286"/>
                    </a:ext>
                  </a:extLst>
                </a:gridCol>
                <a:gridCol w="3362960">
                  <a:extLst>
                    <a:ext uri="{9D8B030D-6E8A-4147-A177-3AD203B41FA5}">
                      <a16:colId xmlns:a16="http://schemas.microsoft.com/office/drawing/2014/main" val="1130897450"/>
                    </a:ext>
                  </a:extLst>
                </a:gridCol>
                <a:gridCol w="3362960">
                  <a:extLst>
                    <a:ext uri="{9D8B030D-6E8A-4147-A177-3AD203B41FA5}">
                      <a16:colId xmlns:a16="http://schemas.microsoft.com/office/drawing/2014/main" val="2147601667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latinLnBrk="1"/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Inter"/>
                        </a:rPr>
                        <a:t>명칭</a:t>
                      </a:r>
                    </a:p>
                  </a:txBody>
                  <a:tcPr>
                    <a:solidFill>
                      <a:srgbClr val="3F94D9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Inter"/>
                        </a:rPr>
                        <a:t>상세일자</a:t>
                      </a:r>
                    </a:p>
                  </a:txBody>
                  <a:tcPr>
                    <a:solidFill>
                      <a:srgbClr val="3F94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Inter"/>
                        </a:rPr>
                        <a:t>컬럼 </a:t>
                      </a:r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4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9694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latinLnBrk="1"/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title1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title2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title3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Inter"/>
                        </a:rPr>
                        <a:t>컬럼 </a:t>
                      </a:r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4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853089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latinLnBrk="1"/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title1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title2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title3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>
                          <a:solidFill>
                            <a:srgbClr val="FFFFFF"/>
                          </a:solidFill>
                          <a:latin typeface="Inter"/>
                        </a:rPr>
                        <a:t>컬럼 </a:t>
                      </a:r>
                      <a:r>
                        <a:rPr lang="en-US" altLang="ko-KR" sz="1600" b="1">
                          <a:solidFill>
                            <a:srgbClr val="FFFFFF"/>
                          </a:solidFill>
                          <a:latin typeface="Inter"/>
                        </a:rPr>
                        <a:t>4</a:t>
                      </a:r>
                      <a:endParaRPr lang="ko-KR" altLang="en-US" sz="1600" b="1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3F9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759610"/>
                  </a:ext>
                </a:extLst>
              </a:tr>
              <a:tr h="50800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>
                          <a:solidFill>
                            <a:srgbClr val="2563EB"/>
                          </a:solidFill>
                          <a:latin typeface="Inter"/>
                        </a:rPr>
                        <a:t>R</a:t>
                      </a:r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명칭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상세일자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주소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315854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상세일자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765742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명칭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상세일자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편집삭제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>
                          <a:solidFill>
                            <a:srgbClr val="2563EB"/>
                          </a:solidFill>
                          <a:latin typeface="Inter"/>
                        </a:rPr>
                        <a:t>주소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971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115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</Words>
  <Application>Microsoft Office PowerPoint</Application>
  <PresentationFormat>사용자 지정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Inter</vt:lpstr>
      <vt:lpstr>맑은 고딕</vt:lpstr>
      <vt:lpstr>Arial</vt:lpstr>
      <vt:lpstr>Roboto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moonchel kang</dc:creator>
  <cp:lastModifiedBy>moonchel kang</cp:lastModifiedBy>
  <cp:revision>4</cp:revision>
  <dcterms:created xsi:type="dcterms:W3CDTF">2026-07-15T06:21:19Z</dcterms:created>
  <dcterms:modified xsi:type="dcterms:W3CDTF">2026-07-15T08:03:34Z</dcterms:modified>
</cp:coreProperties>
</file>