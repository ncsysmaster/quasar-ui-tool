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848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2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6EC77D-9356-779E-6FA7-AB9358144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B384491-440F-6015-D5EF-E01BB45766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8A1AF6-631F-8057-6EE0-6A875A500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A7C404-960B-AA35-2D28-A72E59E81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D20270-F65E-0C2F-F035-27DA1C16D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91871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B19675-6E41-F0A6-2662-1EF24A158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3421BD-EAC2-34B6-BFBA-1AA64493C0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2F4B7A-DAF6-F78C-2860-CB716B5D0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A8E2EE9-5886-DF12-0B43-D04DA4E990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814F3D-350E-3CD8-6288-F2C04E321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2683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BC399E-CC37-961C-6B7F-55A5AD16A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C339B0B-9394-B465-D53A-B06E527F6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7331935-F68F-AC31-69CB-2E721A95F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D0E17D-4696-6A65-BE69-9239E8A90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9B33D12-E092-93E3-2084-64F90A5B7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60982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1A6FDC-02CB-0ED2-6E94-1C26E22FC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47FF9F-8CEC-9DB0-FDC6-CEE7B65E4F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86A5C5D-61AD-0F89-3C4C-D1C907FB3F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D26DF2-1828-2063-D6FC-DB698FCE7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420300F-8628-C987-B8F4-FFA27A149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280683-9777-B4E3-1795-00B0D2F6F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3484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047048-DAA6-313D-755D-AA0964083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EE9868A-7425-D1F1-A293-7A9CFCD01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2DBCB1B-A94B-CFEF-22E9-FA8C04C541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B321AC5-8D1A-53F4-F62F-5173936692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85E930F-C08E-67CF-451A-410DC42458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E502C14-A1A1-76BE-133D-56E0AF353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4C2248E-AB77-8B3F-36E8-992A3E5A1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39B8F34-A417-5C2D-D25F-F26A8F221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2115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00EFDD-64AA-D7F6-8EF6-908095413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45FDCB8-E775-83DE-DD6D-22B4728D8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809C8E7-3F7F-5524-C59E-22D1101BC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0BF9130-660F-384B-308C-1DB4F3A2D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1791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47F05A0-3699-AF21-3E02-9F8943F55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FF08C9F-CDC5-5604-1D36-C93725499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B5D659-1539-618F-FD5B-672ABB83B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28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5EC316-7334-5967-2BB2-B54B4E6E5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B851C9-25F6-F38D-EF95-93FAB93F5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B896960-F01C-5828-4D30-980563B22A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D00E651-55E6-262F-A5EE-7D3321EC0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F1CDBC-34AC-1743-30B6-91003482A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27019B2-DA1A-F989-C7D3-C54C3416D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4332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3CA3D9-6C78-3A50-CCC9-248EB1298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D3B9A0D-27E5-0B5D-49EA-0FDB556B16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44FA145-BD04-4609-86A7-AA92026CFE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E6D5CE-C939-8A38-3801-78CA863BA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F5BD6A-0A94-A9D0-87FD-83CBE0382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47D97F1-FFA7-4AFD-8D2D-2614D141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292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77F0CC-7CCE-14D3-0F93-E29D16A1F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0654CFC-C557-E958-E5D3-73A6085CAB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056A42-5960-3A6C-E772-B1B1CA3D2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C04913-17DB-22C9-E9F4-A03B8DA98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390394-726A-03A6-B893-D75CD8659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6278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A6CFB14-1D21-2549-ABCE-1816D48835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71B3BE3-6B96-73B1-1B00-C7CCE70318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CE64E1-3A3D-1B4B-4F1B-83FAE43A0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B85B84-85AD-269C-3344-1459DF83D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067BE9-1223-C217-0946-15CB45DB9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9850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13DA951-CE35-33B7-8FF7-077C2E54E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64E0FE-4A0E-E088-9904-FAA978F03E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5588237-E509-8B62-FECA-C6F5897790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4E42B1C-DDD6-2364-70EE-9902E32A1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D85A4D-B629-2D73-DECA-37E7C1AC8A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1620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1E9A215-5D0A-55E2-3EBB-9805EAEFC01B}"/>
              </a:ext>
            </a:extLst>
          </p:cNvPr>
          <p:cNvSpPr/>
          <p:nvPr/>
        </p:nvSpPr>
        <p:spPr>
          <a:xfrm>
            <a:off x="271497" y="831117"/>
            <a:ext cx="4911837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EC7D9D-25C3-357F-7076-39ED593CD750}"/>
              </a:ext>
            </a:extLst>
          </p:cNvPr>
          <p:cNvSpPr txBox="1"/>
          <p:nvPr/>
        </p:nvSpPr>
        <p:spPr>
          <a:xfrm>
            <a:off x="429541" y="921428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Store Name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B4D24F-E4A1-6D8E-5D2D-3FBB3BD1E6DA}"/>
              </a:ext>
            </a:extLst>
          </p:cNvPr>
          <p:cNvSpPr txBox="1"/>
          <p:nvPr/>
        </p:nvSpPr>
        <p:spPr>
          <a:xfrm>
            <a:off x="429541" y="1375961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Store ID</a:t>
            </a:r>
            <a:endParaRPr lang="ko-KR" altLang="en-US" sz="140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743152C9-7D83-1EAA-D710-3C2C82375ADF}"/>
              </a:ext>
            </a:extLst>
          </p:cNvPr>
          <p:cNvSpPr/>
          <p:nvPr/>
        </p:nvSpPr>
        <p:spPr>
          <a:xfrm>
            <a:off x="1772918" y="1347428"/>
            <a:ext cx="3285916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D5F314-BC68-99A6-9225-41CDD4AA8B7D}"/>
              </a:ext>
            </a:extLst>
          </p:cNvPr>
          <p:cNvSpPr txBox="1"/>
          <p:nvPr/>
        </p:nvSpPr>
        <p:spPr>
          <a:xfrm>
            <a:off x="412173" y="466895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Pinia Store</a:t>
            </a:r>
            <a:endParaRPr lang="ko-KR" altLang="en-US" sz="140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6E36979D-D314-03BF-A537-9664491FA6D7}"/>
              </a:ext>
            </a:extLst>
          </p:cNvPr>
          <p:cNvSpPr/>
          <p:nvPr/>
        </p:nvSpPr>
        <p:spPr>
          <a:xfrm>
            <a:off x="1772916" y="960814"/>
            <a:ext cx="3285917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57079287-A496-20A4-CD1B-124FED0F0CF5}"/>
              </a:ext>
            </a:extLst>
          </p:cNvPr>
          <p:cNvSpPr/>
          <p:nvPr/>
        </p:nvSpPr>
        <p:spPr>
          <a:xfrm>
            <a:off x="317025" y="509384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B33607F5-E998-89C6-A004-F2C1AD513F67}"/>
              </a:ext>
            </a:extLst>
          </p:cNvPr>
          <p:cNvSpPr/>
          <p:nvPr/>
        </p:nvSpPr>
        <p:spPr>
          <a:xfrm>
            <a:off x="271497" y="2160509"/>
            <a:ext cx="4911837" cy="1943391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C8D50A2-DB0C-A86A-8065-E33E1B84BB3A}"/>
              </a:ext>
            </a:extLst>
          </p:cNvPr>
          <p:cNvSpPr txBox="1"/>
          <p:nvPr/>
        </p:nvSpPr>
        <p:spPr>
          <a:xfrm>
            <a:off x="412173" y="1796288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State</a:t>
            </a:r>
            <a:endParaRPr lang="ko-KR" altLang="en-US" sz="1400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328610F4-B61F-7DC5-0FCF-7F0120DC1140}"/>
              </a:ext>
            </a:extLst>
          </p:cNvPr>
          <p:cNvSpPr/>
          <p:nvPr/>
        </p:nvSpPr>
        <p:spPr>
          <a:xfrm>
            <a:off x="317025" y="1838777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110ED8E7-FBC8-0AC1-A3C9-F65B4733755C}"/>
              </a:ext>
            </a:extLst>
          </p:cNvPr>
          <p:cNvSpPr/>
          <p:nvPr/>
        </p:nvSpPr>
        <p:spPr>
          <a:xfrm>
            <a:off x="271497" y="4558434"/>
            <a:ext cx="4911837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E42B6EF-DEFF-D41B-5D44-D01680ADA447}"/>
              </a:ext>
            </a:extLst>
          </p:cNvPr>
          <p:cNvSpPr txBox="1"/>
          <p:nvPr/>
        </p:nvSpPr>
        <p:spPr>
          <a:xfrm>
            <a:off x="569528" y="4686157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Getter </a:t>
            </a:r>
            <a:r>
              <a:rPr lang="ko-KR" altLang="en-US" sz="1400"/>
              <a:t>명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99D098E-D7B1-60DB-51E3-D3A83488CBEE}"/>
              </a:ext>
            </a:extLst>
          </p:cNvPr>
          <p:cNvSpPr txBox="1"/>
          <p:nvPr/>
        </p:nvSpPr>
        <p:spPr>
          <a:xfrm>
            <a:off x="2797334" y="4645828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Return </a:t>
            </a:r>
            <a:r>
              <a:rPr lang="ko-KR" altLang="en-US" sz="1400"/>
              <a:t>식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BD2B06AC-53F2-D2DB-B869-AD7178163773}"/>
              </a:ext>
            </a:extLst>
          </p:cNvPr>
          <p:cNvSpPr/>
          <p:nvPr/>
        </p:nvSpPr>
        <p:spPr>
          <a:xfrm>
            <a:off x="1965958" y="5052356"/>
            <a:ext cx="2687322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state.rows.length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785CF73-FE57-2494-8036-AECFF55D17A0}"/>
              </a:ext>
            </a:extLst>
          </p:cNvPr>
          <p:cNvSpPr txBox="1"/>
          <p:nvPr/>
        </p:nvSpPr>
        <p:spPr>
          <a:xfrm>
            <a:off x="412173" y="4194212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Getters</a:t>
            </a:r>
            <a:endParaRPr lang="ko-KR" altLang="en-US" sz="140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FC1D4AA-BD1E-99C3-CD4D-C5711AE5320D}"/>
              </a:ext>
            </a:extLst>
          </p:cNvPr>
          <p:cNvSpPr/>
          <p:nvPr/>
        </p:nvSpPr>
        <p:spPr>
          <a:xfrm>
            <a:off x="429541" y="5047619"/>
            <a:ext cx="1483364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rowCount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7AD911-D3F0-2F6B-4C98-D2FF12E86195}"/>
              </a:ext>
            </a:extLst>
          </p:cNvPr>
          <p:cNvSpPr/>
          <p:nvPr/>
        </p:nvSpPr>
        <p:spPr>
          <a:xfrm>
            <a:off x="317025" y="4236701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8DA14FD7-1422-9351-8256-58734870775A}"/>
              </a:ext>
            </a:extLst>
          </p:cNvPr>
          <p:cNvSpPr/>
          <p:nvPr/>
        </p:nvSpPr>
        <p:spPr>
          <a:xfrm>
            <a:off x="271497" y="5868763"/>
            <a:ext cx="4911837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29BC2C-51CC-7746-8F37-883FA8110360}"/>
              </a:ext>
            </a:extLst>
          </p:cNvPr>
          <p:cNvSpPr txBox="1"/>
          <p:nvPr/>
        </p:nvSpPr>
        <p:spPr>
          <a:xfrm>
            <a:off x="412173" y="5504541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Actions</a:t>
            </a:r>
            <a:endParaRPr lang="ko-KR" altLang="en-US" sz="140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B3FA3AE6-7724-2319-5662-49FD32B10F98}"/>
              </a:ext>
            </a:extLst>
          </p:cNvPr>
          <p:cNvSpPr/>
          <p:nvPr/>
        </p:nvSpPr>
        <p:spPr>
          <a:xfrm>
            <a:off x="317025" y="5547030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D48BA778-1E22-5AD9-2AD3-B7BADCEFF4D4}"/>
              </a:ext>
            </a:extLst>
          </p:cNvPr>
          <p:cNvSpPr/>
          <p:nvPr/>
        </p:nvSpPr>
        <p:spPr>
          <a:xfrm>
            <a:off x="5652272" y="604048"/>
            <a:ext cx="5700892" cy="4956937"/>
          </a:xfrm>
          <a:prstGeom prst="roundRect">
            <a:avLst>
              <a:gd name="adj" fmla="val 1860"/>
            </a:avLst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C2EC1F98-CE5D-7942-27CA-D1336879BE76}"/>
              </a:ext>
            </a:extLst>
          </p:cNvPr>
          <p:cNvSpPr/>
          <p:nvPr/>
        </p:nvSpPr>
        <p:spPr>
          <a:xfrm>
            <a:off x="4517289" y="4263402"/>
            <a:ext cx="666045" cy="249037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00"/>
              <a:t>+ </a:t>
            </a:r>
            <a:r>
              <a:rPr lang="ko-KR" altLang="en-US" sz="1200"/>
              <a:t>추가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19E9692A-B8E6-4798-0D04-E4A8D66CE4C7}"/>
              </a:ext>
            </a:extLst>
          </p:cNvPr>
          <p:cNvSpPr/>
          <p:nvPr/>
        </p:nvSpPr>
        <p:spPr>
          <a:xfrm>
            <a:off x="4517289" y="5551461"/>
            <a:ext cx="666045" cy="249037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00"/>
              <a:t>+ </a:t>
            </a:r>
            <a:r>
              <a:rPr lang="ko-KR" altLang="en-US" sz="1200"/>
              <a:t>추가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7E553B2-FA26-72B4-973F-AE06BCB9F17D}"/>
              </a:ext>
            </a:extLst>
          </p:cNvPr>
          <p:cNvSpPr txBox="1"/>
          <p:nvPr/>
        </p:nvSpPr>
        <p:spPr>
          <a:xfrm>
            <a:off x="376779" y="2209459"/>
            <a:ext cx="6972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+ State</a:t>
            </a:r>
            <a:endParaRPr lang="ko-KR" altLang="en-US" sz="1050"/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7C10CCF0-1B6E-43D5-EB3E-D8D720C526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6484945"/>
              </p:ext>
            </p:extLst>
          </p:nvPr>
        </p:nvGraphicFramePr>
        <p:xfrm>
          <a:off x="5798707" y="1131700"/>
          <a:ext cx="5386695" cy="2153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8088">
                  <a:extLst>
                    <a:ext uri="{9D8B030D-6E8A-4147-A177-3AD203B41FA5}">
                      <a16:colId xmlns:a16="http://schemas.microsoft.com/office/drawing/2014/main" val="3627809492"/>
                    </a:ext>
                  </a:extLst>
                </a:gridCol>
                <a:gridCol w="1081185">
                  <a:extLst>
                    <a:ext uri="{9D8B030D-6E8A-4147-A177-3AD203B41FA5}">
                      <a16:colId xmlns:a16="http://schemas.microsoft.com/office/drawing/2014/main" val="1946434474"/>
                    </a:ext>
                  </a:extLst>
                </a:gridCol>
                <a:gridCol w="1215267">
                  <a:extLst>
                    <a:ext uri="{9D8B030D-6E8A-4147-A177-3AD203B41FA5}">
                      <a16:colId xmlns:a16="http://schemas.microsoft.com/office/drawing/2014/main" val="3005391761"/>
                    </a:ext>
                  </a:extLst>
                </a:gridCol>
                <a:gridCol w="1109078">
                  <a:extLst>
                    <a:ext uri="{9D8B030D-6E8A-4147-A177-3AD203B41FA5}">
                      <a16:colId xmlns:a16="http://schemas.microsoft.com/office/drawing/2014/main" val="315546368"/>
                    </a:ext>
                  </a:extLst>
                </a:gridCol>
                <a:gridCol w="533077">
                  <a:extLst>
                    <a:ext uri="{9D8B030D-6E8A-4147-A177-3AD203B41FA5}">
                      <a16:colId xmlns:a16="http://schemas.microsoft.com/office/drawing/2014/main" val="1451244031"/>
                    </a:ext>
                  </a:extLst>
                </a:gridCol>
              </a:tblGrid>
              <a:tr h="3891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초기값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참고사항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삭제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3060118"/>
                  </a:ext>
                </a:extLst>
              </a:tr>
              <a:tr h="39525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rows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array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[]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테이블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82609"/>
                  </a:ext>
                </a:extLst>
              </a:tr>
              <a:tr h="318565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selectedRow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null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null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테이블 선택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6134385"/>
                  </a:ext>
                </a:extLst>
              </a:tr>
              <a:tr h="43065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loading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boolean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False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5136426"/>
                  </a:ext>
                </a:extLst>
              </a:tr>
              <a:tr h="26547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entity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object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{}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768611"/>
                  </a:ext>
                </a:extLst>
              </a:tr>
              <a:tr h="345111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177035"/>
                  </a:ext>
                </a:extLst>
              </a:tr>
            </a:tbl>
          </a:graphicData>
        </a:graphic>
      </p:graphicFrame>
      <p:sp>
        <p:nvSpPr>
          <p:cNvPr id="54" name="TextBox 53">
            <a:extLst>
              <a:ext uri="{FF2B5EF4-FFF2-40B4-BE49-F238E27FC236}">
                <a16:creationId xmlns:a16="http://schemas.microsoft.com/office/drawing/2014/main" id="{2C1F8A86-FEC7-CE90-892A-C7BFFBDD5913}"/>
              </a:ext>
            </a:extLst>
          </p:cNvPr>
          <p:cNvSpPr txBox="1"/>
          <p:nvPr/>
        </p:nvSpPr>
        <p:spPr>
          <a:xfrm>
            <a:off x="5798708" y="706262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State</a:t>
            </a:r>
            <a:endParaRPr lang="ko-KR" altLang="en-US" sz="140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3F132015-B703-B67F-32AC-24A8B2AD1A3A}"/>
              </a:ext>
            </a:extLst>
          </p:cNvPr>
          <p:cNvSpPr/>
          <p:nvPr/>
        </p:nvSpPr>
        <p:spPr>
          <a:xfrm>
            <a:off x="10519357" y="803384"/>
            <a:ext cx="666045" cy="249037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00"/>
              <a:t>+ </a:t>
            </a:r>
            <a:r>
              <a:rPr lang="ko-KR" altLang="en-US" sz="1200"/>
              <a:t>추가</a:t>
            </a: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2A9D14DE-78F0-9187-FFE0-58B9E31783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6213" y="1545793"/>
            <a:ext cx="209524" cy="309297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76F9F044-8A20-F17B-BD6F-6F9A31F243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6213" y="1904827"/>
            <a:ext cx="209524" cy="309297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C1802585-1A53-FF95-AD83-9C2274440A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6213" y="2293403"/>
            <a:ext cx="209524" cy="3092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4A64A1EA-38DE-199F-A636-317F6B778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6213" y="2667589"/>
            <a:ext cx="209524" cy="309297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301198DE-94E2-CBD8-E2BE-AEAD5C5049E7}"/>
              </a:ext>
            </a:extLst>
          </p:cNvPr>
          <p:cNvSpPr txBox="1"/>
          <p:nvPr/>
        </p:nvSpPr>
        <p:spPr>
          <a:xfrm>
            <a:off x="711648" y="2479608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rows  - array</a:t>
            </a:r>
            <a:endParaRPr lang="ko-KR" altLang="en-US" sz="105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E25578C-412C-A9B3-68E2-BE7ECEFC7F98}"/>
              </a:ext>
            </a:extLst>
          </p:cNvPr>
          <p:cNvSpPr txBox="1"/>
          <p:nvPr/>
        </p:nvSpPr>
        <p:spPr>
          <a:xfrm>
            <a:off x="711648" y="2731922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selectedRow  - null</a:t>
            </a:r>
            <a:endParaRPr lang="ko-KR" altLang="en-US" sz="105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D51B060-6637-3B37-B3B5-E27EC2736F6C}"/>
              </a:ext>
            </a:extLst>
          </p:cNvPr>
          <p:cNvSpPr txBox="1"/>
          <p:nvPr/>
        </p:nvSpPr>
        <p:spPr>
          <a:xfrm>
            <a:off x="711648" y="2973941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loading  - boolean</a:t>
            </a:r>
            <a:endParaRPr lang="ko-KR" altLang="en-US" sz="10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CEC6716-A87E-7EEC-BBA0-41706112858C}"/>
              </a:ext>
            </a:extLst>
          </p:cNvPr>
          <p:cNvSpPr txBox="1"/>
          <p:nvPr/>
        </p:nvSpPr>
        <p:spPr>
          <a:xfrm>
            <a:off x="542313" y="3244473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+ entiry - object</a:t>
            </a:r>
            <a:endParaRPr lang="ko-KR" altLang="en-US" sz="1050"/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A7BB394E-CF4D-7CEF-B224-578E60A61364}"/>
              </a:ext>
            </a:extLst>
          </p:cNvPr>
          <p:cNvCxnSpPr>
            <a:cxnSpLocks/>
          </p:cNvCxnSpPr>
          <p:nvPr/>
        </p:nvCxnSpPr>
        <p:spPr>
          <a:xfrm>
            <a:off x="626533" y="2492173"/>
            <a:ext cx="0" cy="735684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0EB1EB24-B2EB-980A-8C28-94F6FCB18C74}"/>
              </a:ext>
            </a:extLst>
          </p:cNvPr>
          <p:cNvCxnSpPr>
            <a:cxnSpLocks/>
          </p:cNvCxnSpPr>
          <p:nvPr/>
        </p:nvCxnSpPr>
        <p:spPr>
          <a:xfrm>
            <a:off x="888999" y="3542087"/>
            <a:ext cx="0" cy="444808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CAF850AD-ABA0-1ED0-0236-70F10B50908F}"/>
              </a:ext>
            </a:extLst>
          </p:cNvPr>
          <p:cNvSpPr txBox="1"/>
          <p:nvPr/>
        </p:nvSpPr>
        <p:spPr>
          <a:xfrm>
            <a:off x="961415" y="3790315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name  - null</a:t>
            </a:r>
            <a:endParaRPr lang="ko-KR" altLang="en-US" sz="105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F7CC8E1-5C64-43CB-FC0B-EF3DF1E56B58}"/>
              </a:ext>
            </a:extLst>
          </p:cNvPr>
          <p:cNvSpPr txBox="1"/>
          <p:nvPr/>
        </p:nvSpPr>
        <p:spPr>
          <a:xfrm>
            <a:off x="961415" y="3533660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id  - null</a:t>
            </a:r>
            <a:endParaRPr lang="ko-KR" altLang="en-US" sz="1050"/>
          </a:p>
        </p:txBody>
      </p:sp>
      <p:sp>
        <p:nvSpPr>
          <p:cNvPr id="75" name="사각형: 모서리가 접힌 도형 74">
            <a:extLst>
              <a:ext uri="{FF2B5EF4-FFF2-40B4-BE49-F238E27FC236}">
                <a16:creationId xmlns:a16="http://schemas.microsoft.com/office/drawing/2014/main" id="{7A85785A-B8A9-8072-BE19-C0EA2EB90DD7}"/>
              </a:ext>
            </a:extLst>
          </p:cNvPr>
          <p:cNvSpPr/>
          <p:nvPr/>
        </p:nvSpPr>
        <p:spPr>
          <a:xfrm>
            <a:off x="5865988" y="3534475"/>
            <a:ext cx="1473200" cy="2298059"/>
          </a:xfrm>
          <a:prstGeom prst="foldedCorner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- 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설명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타입의 종류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array</a:t>
            </a: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object</a:t>
            </a: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string</a:t>
            </a: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number</a:t>
            </a: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boolean</a:t>
            </a: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null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C435E679-CDE5-C206-AEED-EE0B095CA303}"/>
              </a:ext>
            </a:extLst>
          </p:cNvPr>
          <p:cNvCxnSpPr>
            <a:cxnSpLocks/>
            <a:stCxn id="75" idx="0"/>
          </p:cNvCxnSpPr>
          <p:nvPr/>
        </p:nvCxnSpPr>
        <p:spPr>
          <a:xfrm flipV="1">
            <a:off x="6602588" y="1611708"/>
            <a:ext cx="666253" cy="1922767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1" name="그림 80">
            <a:extLst>
              <a:ext uri="{FF2B5EF4-FFF2-40B4-BE49-F238E27FC236}">
                <a16:creationId xmlns:a16="http://schemas.microsoft.com/office/drawing/2014/main" id="{BD33D7C7-B9F1-D5B7-5324-3CB6D6502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7528" y="5068449"/>
            <a:ext cx="209524" cy="309297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A1D1FA16-8A9C-90AB-2BFF-0C7180C09130}"/>
              </a:ext>
            </a:extLst>
          </p:cNvPr>
          <p:cNvSpPr txBox="1"/>
          <p:nvPr/>
        </p:nvSpPr>
        <p:spPr>
          <a:xfrm>
            <a:off x="579688" y="6018648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Actions </a:t>
            </a:r>
            <a:r>
              <a:rPr lang="ko-KR" altLang="en-US" sz="1400"/>
              <a:t>명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9BBE99B-5663-919B-F70E-13F6D2F8CA54}"/>
              </a:ext>
            </a:extLst>
          </p:cNvPr>
          <p:cNvSpPr txBox="1"/>
          <p:nvPr/>
        </p:nvSpPr>
        <p:spPr>
          <a:xfrm>
            <a:off x="2072497" y="6029795"/>
            <a:ext cx="1019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async</a:t>
            </a:r>
            <a:r>
              <a:rPr lang="ko-KR" altLang="en-US" sz="1400"/>
              <a:t>여부</a:t>
            </a:r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5EAB1E22-C586-76D8-96DC-3443643F7B52}"/>
              </a:ext>
            </a:extLst>
          </p:cNvPr>
          <p:cNvSpPr/>
          <p:nvPr/>
        </p:nvSpPr>
        <p:spPr>
          <a:xfrm>
            <a:off x="1976118" y="6384847"/>
            <a:ext cx="1290322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true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28D418A5-2D60-3DC0-ADF0-148AFA36DA08}"/>
              </a:ext>
            </a:extLst>
          </p:cNvPr>
          <p:cNvSpPr/>
          <p:nvPr/>
        </p:nvSpPr>
        <p:spPr>
          <a:xfrm>
            <a:off x="439701" y="6380110"/>
            <a:ext cx="1483364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setRows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86" name="그림 85">
            <a:extLst>
              <a:ext uri="{FF2B5EF4-FFF2-40B4-BE49-F238E27FC236}">
                <a16:creationId xmlns:a16="http://schemas.microsoft.com/office/drawing/2014/main" id="{DF19E63E-830B-1A5D-A06E-DAAC52590D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688" y="6400940"/>
            <a:ext cx="209524" cy="309297"/>
          </a:xfrm>
          <a:prstGeom prst="rect">
            <a:avLst/>
          </a:prstGeom>
        </p:spPr>
      </p:pic>
      <p:sp>
        <p:nvSpPr>
          <p:cNvPr id="87" name="TextBox 86">
            <a:extLst>
              <a:ext uri="{FF2B5EF4-FFF2-40B4-BE49-F238E27FC236}">
                <a16:creationId xmlns:a16="http://schemas.microsoft.com/office/drawing/2014/main" id="{2CBAD4ED-A589-C021-7D48-4FFB98E02131}"/>
              </a:ext>
            </a:extLst>
          </p:cNvPr>
          <p:cNvSpPr txBox="1"/>
          <p:nvPr/>
        </p:nvSpPr>
        <p:spPr>
          <a:xfrm>
            <a:off x="3511306" y="6029474"/>
            <a:ext cx="1019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참조사항</a:t>
            </a:r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84D6C2A8-18C1-24E5-9304-7B12177826EA}"/>
              </a:ext>
            </a:extLst>
          </p:cNvPr>
          <p:cNvSpPr/>
          <p:nvPr/>
        </p:nvSpPr>
        <p:spPr>
          <a:xfrm>
            <a:off x="3344891" y="6400988"/>
            <a:ext cx="1290322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테이블 추가</a:t>
            </a:r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195ECAA0-A871-671A-43D9-5BA1B508240F}"/>
              </a:ext>
            </a:extLst>
          </p:cNvPr>
          <p:cNvSpPr/>
          <p:nvPr/>
        </p:nvSpPr>
        <p:spPr>
          <a:xfrm>
            <a:off x="412173" y="2222628"/>
            <a:ext cx="794089" cy="27309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ACF8AA67-FA19-604A-38D0-11D910DC7817}"/>
              </a:ext>
            </a:extLst>
          </p:cNvPr>
          <p:cNvCxnSpPr>
            <a:cxnSpLocks/>
            <a:stCxn id="89" idx="3"/>
            <a:endCxn id="54" idx="1"/>
          </p:cNvCxnSpPr>
          <p:nvPr/>
        </p:nvCxnSpPr>
        <p:spPr>
          <a:xfrm flipV="1">
            <a:off x="1206262" y="860151"/>
            <a:ext cx="4592446" cy="14990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사각형: 모서리가 접힌 도형 94">
            <a:extLst>
              <a:ext uri="{FF2B5EF4-FFF2-40B4-BE49-F238E27FC236}">
                <a16:creationId xmlns:a16="http://schemas.microsoft.com/office/drawing/2014/main" id="{E1E12A8A-3EC2-EAF6-FA32-D92ABEDF2AD5}"/>
              </a:ext>
            </a:extLst>
          </p:cNvPr>
          <p:cNvSpPr/>
          <p:nvPr/>
        </p:nvSpPr>
        <p:spPr>
          <a:xfrm>
            <a:off x="2846503" y="1812418"/>
            <a:ext cx="2735421" cy="1188370"/>
          </a:xfrm>
          <a:prstGeom prst="foldedCorner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- 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설명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State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창에서 각 노드를 선택했을 때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자식 변수 목록을 표현해 준다</a:t>
            </a:r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3124819E-78AC-3065-7B13-34F58407AFDC}"/>
              </a:ext>
            </a:extLst>
          </p:cNvPr>
          <p:cNvSpPr/>
          <p:nvPr/>
        </p:nvSpPr>
        <p:spPr>
          <a:xfrm>
            <a:off x="271497" y="31166"/>
            <a:ext cx="2398060" cy="388454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indexStore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00" name="직선 연결선 99">
            <a:extLst>
              <a:ext uri="{FF2B5EF4-FFF2-40B4-BE49-F238E27FC236}">
                <a16:creationId xmlns:a16="http://schemas.microsoft.com/office/drawing/2014/main" id="{2837F8BD-BABE-EAFF-47D2-3544900A1B97}"/>
              </a:ext>
            </a:extLst>
          </p:cNvPr>
          <p:cNvCxnSpPr/>
          <p:nvPr/>
        </p:nvCxnSpPr>
        <p:spPr>
          <a:xfrm flipV="1">
            <a:off x="265360" y="340625"/>
            <a:ext cx="11124750" cy="746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32328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1E9A215-5D0A-55E2-3EBB-9805EAEFC01B}"/>
              </a:ext>
            </a:extLst>
          </p:cNvPr>
          <p:cNvSpPr/>
          <p:nvPr/>
        </p:nvSpPr>
        <p:spPr>
          <a:xfrm>
            <a:off x="271497" y="837254"/>
            <a:ext cx="4911837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EC7D9D-25C3-357F-7076-39ED593CD750}"/>
              </a:ext>
            </a:extLst>
          </p:cNvPr>
          <p:cNvSpPr txBox="1"/>
          <p:nvPr/>
        </p:nvSpPr>
        <p:spPr>
          <a:xfrm>
            <a:off x="429541" y="927565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Store Name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B4D24F-E4A1-6D8E-5D2D-3FBB3BD1E6DA}"/>
              </a:ext>
            </a:extLst>
          </p:cNvPr>
          <p:cNvSpPr txBox="1"/>
          <p:nvPr/>
        </p:nvSpPr>
        <p:spPr>
          <a:xfrm>
            <a:off x="429541" y="1382098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Store ID</a:t>
            </a:r>
            <a:endParaRPr lang="ko-KR" altLang="en-US" sz="140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743152C9-7D83-1EAA-D710-3C2C82375ADF}"/>
              </a:ext>
            </a:extLst>
          </p:cNvPr>
          <p:cNvSpPr/>
          <p:nvPr/>
        </p:nvSpPr>
        <p:spPr>
          <a:xfrm>
            <a:off x="1772918" y="1353565"/>
            <a:ext cx="3285916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D5F314-BC68-99A6-9225-41CDD4AA8B7D}"/>
              </a:ext>
            </a:extLst>
          </p:cNvPr>
          <p:cNvSpPr txBox="1"/>
          <p:nvPr/>
        </p:nvSpPr>
        <p:spPr>
          <a:xfrm>
            <a:off x="412173" y="473032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Pinia Store</a:t>
            </a:r>
            <a:endParaRPr lang="ko-KR" altLang="en-US" sz="140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6E36979D-D314-03BF-A537-9664491FA6D7}"/>
              </a:ext>
            </a:extLst>
          </p:cNvPr>
          <p:cNvSpPr/>
          <p:nvPr/>
        </p:nvSpPr>
        <p:spPr>
          <a:xfrm>
            <a:off x="1772916" y="966951"/>
            <a:ext cx="3285917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57079287-A496-20A4-CD1B-124FED0F0CF5}"/>
              </a:ext>
            </a:extLst>
          </p:cNvPr>
          <p:cNvSpPr/>
          <p:nvPr/>
        </p:nvSpPr>
        <p:spPr>
          <a:xfrm>
            <a:off x="317025" y="515521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B33607F5-E998-89C6-A004-F2C1AD513F67}"/>
              </a:ext>
            </a:extLst>
          </p:cNvPr>
          <p:cNvSpPr/>
          <p:nvPr/>
        </p:nvSpPr>
        <p:spPr>
          <a:xfrm>
            <a:off x="271497" y="2166646"/>
            <a:ext cx="4911837" cy="1748059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C8D50A2-DB0C-A86A-8065-E33E1B84BB3A}"/>
              </a:ext>
            </a:extLst>
          </p:cNvPr>
          <p:cNvSpPr txBox="1"/>
          <p:nvPr/>
        </p:nvSpPr>
        <p:spPr>
          <a:xfrm>
            <a:off x="412173" y="1802425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State</a:t>
            </a:r>
            <a:endParaRPr lang="ko-KR" altLang="en-US" sz="1400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328610F4-B61F-7DC5-0FCF-7F0120DC1140}"/>
              </a:ext>
            </a:extLst>
          </p:cNvPr>
          <p:cNvSpPr/>
          <p:nvPr/>
        </p:nvSpPr>
        <p:spPr>
          <a:xfrm>
            <a:off x="317025" y="1844914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110ED8E7-FBC8-0AC1-A3C9-F65B4733755C}"/>
              </a:ext>
            </a:extLst>
          </p:cNvPr>
          <p:cNvSpPr/>
          <p:nvPr/>
        </p:nvSpPr>
        <p:spPr>
          <a:xfrm>
            <a:off x="271497" y="4503201"/>
            <a:ext cx="4911837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E42B6EF-DEFF-D41B-5D44-D01680ADA447}"/>
              </a:ext>
            </a:extLst>
          </p:cNvPr>
          <p:cNvSpPr txBox="1"/>
          <p:nvPr/>
        </p:nvSpPr>
        <p:spPr>
          <a:xfrm>
            <a:off x="569528" y="4630924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Getter </a:t>
            </a:r>
            <a:r>
              <a:rPr lang="ko-KR" altLang="en-US" sz="1400"/>
              <a:t>명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99D098E-D7B1-60DB-51E3-D3A83488CBEE}"/>
              </a:ext>
            </a:extLst>
          </p:cNvPr>
          <p:cNvSpPr txBox="1"/>
          <p:nvPr/>
        </p:nvSpPr>
        <p:spPr>
          <a:xfrm>
            <a:off x="2797334" y="4590595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Return </a:t>
            </a:r>
            <a:r>
              <a:rPr lang="ko-KR" altLang="en-US" sz="1400"/>
              <a:t>식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BD2B06AC-53F2-D2DB-B869-AD7178163773}"/>
              </a:ext>
            </a:extLst>
          </p:cNvPr>
          <p:cNvSpPr/>
          <p:nvPr/>
        </p:nvSpPr>
        <p:spPr>
          <a:xfrm>
            <a:off x="1965958" y="4997123"/>
            <a:ext cx="2687322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state.rows.length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785CF73-FE57-2494-8036-AECFF55D17A0}"/>
              </a:ext>
            </a:extLst>
          </p:cNvPr>
          <p:cNvSpPr txBox="1"/>
          <p:nvPr/>
        </p:nvSpPr>
        <p:spPr>
          <a:xfrm>
            <a:off x="412173" y="4138979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Getters</a:t>
            </a:r>
            <a:endParaRPr lang="ko-KR" altLang="en-US" sz="140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FC1D4AA-BD1E-99C3-CD4D-C5711AE5320D}"/>
              </a:ext>
            </a:extLst>
          </p:cNvPr>
          <p:cNvSpPr/>
          <p:nvPr/>
        </p:nvSpPr>
        <p:spPr>
          <a:xfrm>
            <a:off x="429541" y="4992386"/>
            <a:ext cx="1483364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rowCount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7AD911-D3F0-2F6B-4C98-D2FF12E86195}"/>
              </a:ext>
            </a:extLst>
          </p:cNvPr>
          <p:cNvSpPr/>
          <p:nvPr/>
        </p:nvSpPr>
        <p:spPr>
          <a:xfrm>
            <a:off x="317025" y="4181468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8DA14FD7-1422-9351-8256-58734870775A}"/>
              </a:ext>
            </a:extLst>
          </p:cNvPr>
          <p:cNvSpPr/>
          <p:nvPr/>
        </p:nvSpPr>
        <p:spPr>
          <a:xfrm>
            <a:off x="271497" y="5825804"/>
            <a:ext cx="4911837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29BC2C-51CC-7746-8F37-883FA8110360}"/>
              </a:ext>
            </a:extLst>
          </p:cNvPr>
          <p:cNvSpPr txBox="1"/>
          <p:nvPr/>
        </p:nvSpPr>
        <p:spPr>
          <a:xfrm>
            <a:off x="412173" y="5461582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Actions</a:t>
            </a:r>
            <a:endParaRPr lang="ko-KR" altLang="en-US" sz="140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B3FA3AE6-7724-2319-5662-49FD32B10F98}"/>
              </a:ext>
            </a:extLst>
          </p:cNvPr>
          <p:cNvSpPr/>
          <p:nvPr/>
        </p:nvSpPr>
        <p:spPr>
          <a:xfrm>
            <a:off x="317025" y="5504071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D48BA778-1E22-5AD9-2AD3-B7BADCEFF4D4}"/>
              </a:ext>
            </a:extLst>
          </p:cNvPr>
          <p:cNvSpPr/>
          <p:nvPr/>
        </p:nvSpPr>
        <p:spPr>
          <a:xfrm>
            <a:off x="5652272" y="622459"/>
            <a:ext cx="5700892" cy="4956937"/>
          </a:xfrm>
          <a:prstGeom prst="roundRect">
            <a:avLst>
              <a:gd name="adj" fmla="val 1860"/>
            </a:avLst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C2EC1F98-CE5D-7942-27CA-D1336879BE76}"/>
              </a:ext>
            </a:extLst>
          </p:cNvPr>
          <p:cNvSpPr/>
          <p:nvPr/>
        </p:nvSpPr>
        <p:spPr>
          <a:xfrm>
            <a:off x="4517289" y="4208169"/>
            <a:ext cx="666045" cy="249037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00"/>
              <a:t>+ </a:t>
            </a:r>
            <a:r>
              <a:rPr lang="ko-KR" altLang="en-US" sz="1200"/>
              <a:t>추가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19E9692A-B8E6-4798-0D04-E4A8D66CE4C7}"/>
              </a:ext>
            </a:extLst>
          </p:cNvPr>
          <p:cNvSpPr/>
          <p:nvPr/>
        </p:nvSpPr>
        <p:spPr>
          <a:xfrm>
            <a:off x="4517289" y="5508502"/>
            <a:ext cx="666045" cy="249037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00"/>
              <a:t>+ </a:t>
            </a:r>
            <a:r>
              <a:rPr lang="ko-KR" altLang="en-US" sz="1200"/>
              <a:t>추가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7E553B2-FA26-72B4-973F-AE06BCB9F17D}"/>
              </a:ext>
            </a:extLst>
          </p:cNvPr>
          <p:cNvSpPr txBox="1"/>
          <p:nvPr/>
        </p:nvSpPr>
        <p:spPr>
          <a:xfrm>
            <a:off x="376779" y="2215596"/>
            <a:ext cx="6972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+ State</a:t>
            </a:r>
            <a:endParaRPr lang="ko-KR" altLang="en-US" sz="105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C1F8A86-FEC7-CE90-892A-C7BFFBDD5913}"/>
              </a:ext>
            </a:extLst>
          </p:cNvPr>
          <p:cNvSpPr txBox="1"/>
          <p:nvPr/>
        </p:nvSpPr>
        <p:spPr>
          <a:xfrm>
            <a:off x="5798708" y="724673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함수명 </a:t>
            </a:r>
            <a:r>
              <a:rPr lang="en-US" altLang="ko-KR" sz="1400"/>
              <a:t>: setRows</a:t>
            </a:r>
            <a:endParaRPr lang="ko-KR" altLang="en-US" sz="140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01198DE-94E2-CBD8-E2BE-AEAD5C5049E7}"/>
              </a:ext>
            </a:extLst>
          </p:cNvPr>
          <p:cNvSpPr txBox="1"/>
          <p:nvPr/>
        </p:nvSpPr>
        <p:spPr>
          <a:xfrm>
            <a:off x="711648" y="2485745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rows  - array</a:t>
            </a:r>
            <a:endParaRPr lang="ko-KR" altLang="en-US" sz="105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E25578C-412C-A9B3-68E2-BE7ECEFC7F98}"/>
              </a:ext>
            </a:extLst>
          </p:cNvPr>
          <p:cNvSpPr txBox="1"/>
          <p:nvPr/>
        </p:nvSpPr>
        <p:spPr>
          <a:xfrm>
            <a:off x="711648" y="2738059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selectedRow  - null</a:t>
            </a:r>
            <a:endParaRPr lang="ko-KR" altLang="en-US" sz="105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D51B060-6637-3B37-B3B5-E27EC2736F6C}"/>
              </a:ext>
            </a:extLst>
          </p:cNvPr>
          <p:cNvSpPr txBox="1"/>
          <p:nvPr/>
        </p:nvSpPr>
        <p:spPr>
          <a:xfrm>
            <a:off x="711648" y="2980078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loading  - boolean</a:t>
            </a:r>
            <a:endParaRPr lang="ko-KR" altLang="en-US" sz="10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CEC6716-A87E-7EEC-BBA0-41706112858C}"/>
              </a:ext>
            </a:extLst>
          </p:cNvPr>
          <p:cNvSpPr txBox="1"/>
          <p:nvPr/>
        </p:nvSpPr>
        <p:spPr>
          <a:xfrm>
            <a:off x="542313" y="3250610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+ entiry - object</a:t>
            </a:r>
            <a:endParaRPr lang="ko-KR" altLang="en-US" sz="1050"/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A7BB394E-CF4D-7CEF-B224-578E60A61364}"/>
              </a:ext>
            </a:extLst>
          </p:cNvPr>
          <p:cNvCxnSpPr>
            <a:cxnSpLocks/>
          </p:cNvCxnSpPr>
          <p:nvPr/>
        </p:nvCxnSpPr>
        <p:spPr>
          <a:xfrm>
            <a:off x="626533" y="2498310"/>
            <a:ext cx="0" cy="735684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0EB1EB24-B2EB-980A-8C28-94F6FCB18C74}"/>
              </a:ext>
            </a:extLst>
          </p:cNvPr>
          <p:cNvCxnSpPr>
            <a:cxnSpLocks/>
          </p:cNvCxnSpPr>
          <p:nvPr/>
        </p:nvCxnSpPr>
        <p:spPr>
          <a:xfrm>
            <a:off x="888999" y="3548224"/>
            <a:ext cx="0" cy="444808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CAF850AD-ABA0-1ED0-0236-70F10B50908F}"/>
              </a:ext>
            </a:extLst>
          </p:cNvPr>
          <p:cNvSpPr txBox="1"/>
          <p:nvPr/>
        </p:nvSpPr>
        <p:spPr>
          <a:xfrm>
            <a:off x="961415" y="3796452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name  - null</a:t>
            </a:r>
            <a:endParaRPr lang="ko-KR" altLang="en-US" sz="105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F7CC8E1-5C64-43CB-FC0B-EF3DF1E56B58}"/>
              </a:ext>
            </a:extLst>
          </p:cNvPr>
          <p:cNvSpPr txBox="1"/>
          <p:nvPr/>
        </p:nvSpPr>
        <p:spPr>
          <a:xfrm>
            <a:off x="961415" y="3539797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id  - null</a:t>
            </a:r>
            <a:endParaRPr lang="ko-KR" altLang="en-US" sz="1050"/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C435E679-CDE5-C206-AEED-EE0B095CA303}"/>
              </a:ext>
            </a:extLst>
          </p:cNvPr>
          <p:cNvCxnSpPr>
            <a:cxnSpLocks/>
          </p:cNvCxnSpPr>
          <p:nvPr/>
        </p:nvCxnSpPr>
        <p:spPr>
          <a:xfrm flipV="1">
            <a:off x="2037271" y="1291931"/>
            <a:ext cx="3858616" cy="506373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1" name="그림 80">
            <a:extLst>
              <a:ext uri="{FF2B5EF4-FFF2-40B4-BE49-F238E27FC236}">
                <a16:creationId xmlns:a16="http://schemas.microsoft.com/office/drawing/2014/main" id="{BD33D7C7-B9F1-D5B7-5324-3CB6D6502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7528" y="5013216"/>
            <a:ext cx="209524" cy="309297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A1D1FA16-8A9C-90AB-2BFF-0C7180C09130}"/>
              </a:ext>
            </a:extLst>
          </p:cNvPr>
          <p:cNvSpPr txBox="1"/>
          <p:nvPr/>
        </p:nvSpPr>
        <p:spPr>
          <a:xfrm>
            <a:off x="579688" y="5975689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Actions </a:t>
            </a:r>
            <a:r>
              <a:rPr lang="ko-KR" altLang="en-US" sz="1400"/>
              <a:t>명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9BBE99B-5663-919B-F70E-13F6D2F8CA54}"/>
              </a:ext>
            </a:extLst>
          </p:cNvPr>
          <p:cNvSpPr txBox="1"/>
          <p:nvPr/>
        </p:nvSpPr>
        <p:spPr>
          <a:xfrm>
            <a:off x="2072497" y="5986836"/>
            <a:ext cx="1019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async</a:t>
            </a:r>
            <a:r>
              <a:rPr lang="ko-KR" altLang="en-US" sz="1400"/>
              <a:t>여부</a:t>
            </a:r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5EAB1E22-C586-76D8-96DC-3443643F7B52}"/>
              </a:ext>
            </a:extLst>
          </p:cNvPr>
          <p:cNvSpPr/>
          <p:nvPr/>
        </p:nvSpPr>
        <p:spPr>
          <a:xfrm>
            <a:off x="1976118" y="6341888"/>
            <a:ext cx="1290322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true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28D418A5-2D60-3DC0-ADF0-148AFA36DA08}"/>
              </a:ext>
            </a:extLst>
          </p:cNvPr>
          <p:cNvSpPr/>
          <p:nvPr/>
        </p:nvSpPr>
        <p:spPr>
          <a:xfrm>
            <a:off x="439701" y="6337151"/>
            <a:ext cx="1483364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setRows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86" name="그림 85">
            <a:extLst>
              <a:ext uri="{FF2B5EF4-FFF2-40B4-BE49-F238E27FC236}">
                <a16:creationId xmlns:a16="http://schemas.microsoft.com/office/drawing/2014/main" id="{DF19E63E-830B-1A5D-A06E-DAAC52590D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688" y="6357981"/>
            <a:ext cx="209524" cy="309297"/>
          </a:xfrm>
          <a:prstGeom prst="rect">
            <a:avLst/>
          </a:prstGeom>
        </p:spPr>
      </p:pic>
      <p:sp>
        <p:nvSpPr>
          <p:cNvPr id="87" name="TextBox 86">
            <a:extLst>
              <a:ext uri="{FF2B5EF4-FFF2-40B4-BE49-F238E27FC236}">
                <a16:creationId xmlns:a16="http://schemas.microsoft.com/office/drawing/2014/main" id="{2CBAD4ED-A589-C021-7D48-4FFB98E02131}"/>
              </a:ext>
            </a:extLst>
          </p:cNvPr>
          <p:cNvSpPr txBox="1"/>
          <p:nvPr/>
        </p:nvSpPr>
        <p:spPr>
          <a:xfrm>
            <a:off x="3511306" y="5986515"/>
            <a:ext cx="1019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참조사항</a:t>
            </a:r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84D6C2A8-18C1-24E5-9304-7B12177826EA}"/>
              </a:ext>
            </a:extLst>
          </p:cNvPr>
          <p:cNvSpPr/>
          <p:nvPr/>
        </p:nvSpPr>
        <p:spPr>
          <a:xfrm>
            <a:off x="3344891" y="6358029"/>
            <a:ext cx="1290322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테이블 추가</a:t>
            </a:r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195ECAA0-A871-671A-43D9-5BA1B508240F}"/>
              </a:ext>
            </a:extLst>
          </p:cNvPr>
          <p:cNvSpPr/>
          <p:nvPr/>
        </p:nvSpPr>
        <p:spPr>
          <a:xfrm>
            <a:off x="396259" y="4960528"/>
            <a:ext cx="4264987" cy="36198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ACF8AA67-FA19-604A-38D0-11D910DC7817}"/>
              </a:ext>
            </a:extLst>
          </p:cNvPr>
          <p:cNvCxnSpPr>
            <a:cxnSpLocks/>
            <a:endCxn id="54" idx="1"/>
          </p:cNvCxnSpPr>
          <p:nvPr/>
        </p:nvCxnSpPr>
        <p:spPr>
          <a:xfrm flipV="1">
            <a:off x="2200751" y="878562"/>
            <a:ext cx="3597957" cy="38857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사각형: 모서리가 접힌 도형 94">
            <a:extLst>
              <a:ext uri="{FF2B5EF4-FFF2-40B4-BE49-F238E27FC236}">
                <a16:creationId xmlns:a16="http://schemas.microsoft.com/office/drawing/2014/main" id="{E1E12A8A-3EC2-EAF6-FA32-D92ABEDF2AD5}"/>
              </a:ext>
            </a:extLst>
          </p:cNvPr>
          <p:cNvSpPr/>
          <p:nvPr/>
        </p:nvSpPr>
        <p:spPr>
          <a:xfrm>
            <a:off x="847394" y="3163385"/>
            <a:ext cx="2735421" cy="1188370"/>
          </a:xfrm>
          <a:prstGeom prst="foldedCorner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- 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설명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Getters,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Actions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을 클릭했을 때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Script 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편집창표시 됨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C8714EB-CC01-BF70-5270-84B6A7A86DEF}"/>
              </a:ext>
            </a:extLst>
          </p:cNvPr>
          <p:cNvSpPr/>
          <p:nvPr/>
        </p:nvSpPr>
        <p:spPr>
          <a:xfrm>
            <a:off x="412173" y="6324396"/>
            <a:ext cx="4264987" cy="36198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01FC93-5131-E5C3-F260-4C3B42D7EE72}"/>
              </a:ext>
            </a:extLst>
          </p:cNvPr>
          <p:cNvSpPr txBox="1"/>
          <p:nvPr/>
        </p:nvSpPr>
        <p:spPr>
          <a:xfrm>
            <a:off x="5981465" y="1167917"/>
            <a:ext cx="373026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setRows(rows) {</a:t>
            </a:r>
          </a:p>
          <a:p>
            <a:r>
              <a:rPr lang="en-US" altLang="ko-KR" sz="1400"/>
              <a:t>      this.rows = rows</a:t>
            </a:r>
          </a:p>
          <a:p>
            <a:r>
              <a:rPr lang="en-US" altLang="ko-KR" sz="1400"/>
              <a:t>    },</a:t>
            </a:r>
            <a:endParaRPr lang="ko-KR" altLang="en-US" sz="1400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83E3EFD2-05DF-8E6F-6E7B-48E1A5A0FC0C}"/>
              </a:ext>
            </a:extLst>
          </p:cNvPr>
          <p:cNvSpPr/>
          <p:nvPr/>
        </p:nvSpPr>
        <p:spPr>
          <a:xfrm>
            <a:off x="271497" y="31166"/>
            <a:ext cx="2398060" cy="388454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indexStore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A6D1AD8-7664-8716-CAAD-26254A010EA9}"/>
              </a:ext>
            </a:extLst>
          </p:cNvPr>
          <p:cNvCxnSpPr/>
          <p:nvPr/>
        </p:nvCxnSpPr>
        <p:spPr>
          <a:xfrm flipV="1">
            <a:off x="265360" y="340625"/>
            <a:ext cx="11124750" cy="746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91066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608</TotalTime>
  <Words>183</Words>
  <Application>Microsoft Office PowerPoint</Application>
  <PresentationFormat>와이드스크린</PresentationFormat>
  <Paragraphs>91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moonchel kang</dc:creator>
  <cp:lastModifiedBy>moonchel kang</cp:lastModifiedBy>
  <cp:revision>18</cp:revision>
  <dcterms:created xsi:type="dcterms:W3CDTF">2026-06-19T00:41:41Z</dcterms:created>
  <dcterms:modified xsi:type="dcterms:W3CDTF">2026-06-21T05:08:41Z</dcterms:modified>
</cp:coreProperties>
</file>