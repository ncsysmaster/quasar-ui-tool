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EC77D-9356-779E-6FA7-AB9358144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384491-440F-6015-D5EF-E01BB4576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8A1AF6-631F-8057-6EE0-6A875A50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7C404-960B-AA35-2D28-A72E59E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20270-F65E-0C2F-F035-27DA1C16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18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19675-6E41-F0A6-2662-1EF24A15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421BD-EAC2-34B6-BFBA-1AA64493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F4B7A-DAF6-F78C-2860-CB716B5D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8E2EE9-5886-DF12-0B43-D04DA4E9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14F3D-350E-3CD8-6288-F2C04E32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68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C399E-CC37-961C-6B7F-55A5AD16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339B0B-9394-B465-D53A-B06E527F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331935-F68F-AC31-69CB-2E721A95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0E17D-4696-6A65-BE69-9239E8A9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33D12-E092-93E3-2084-64F90A5B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9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A6FDC-02CB-0ED2-6E94-1C26E22F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7FF9F-8CEC-9DB0-FDC6-CEE7B65E4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A5C5D-61AD-0F89-3C4C-D1C907FB3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26DF2-1828-2063-D6FC-DB698FCE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20300F-8628-C987-B8F4-FFA27A14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80683-9777-B4E3-1795-00B0D2F6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48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47048-DAA6-313D-755D-AA0964083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9868A-7425-D1F1-A293-7A9CFCD0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DBCB1B-A94B-CFEF-22E9-FA8C04C54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321AC5-8D1A-53F4-F62F-517393669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5E930F-C08E-67CF-451A-410DC4245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E502C14-A1A1-76BE-133D-56E0AF35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C2248E-AB77-8B3F-36E8-992A3E5A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9B8F34-A417-5C2D-D25F-F26A8F22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11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0EFDD-64AA-D7F6-8EF6-90809541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5FDCB8-E775-83DE-DD6D-22B4728D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09C8E7-3F7F-5524-C59E-22D1101B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BF9130-660F-384B-308C-1DB4F3A2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791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7F05A0-3699-AF21-3E02-9F8943F5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F08C9F-CDC5-5604-1D36-C9372549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B5D659-1539-618F-FD5B-672ABB83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2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EC316-7334-5967-2BB2-B54B4E6E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851C9-25F6-F38D-EF95-93FAB93F5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96960-F01C-5828-4D30-980563B22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0E651-55E6-262F-A5EE-7D3321EC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F1CDBC-34AC-1743-30B6-91003482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7019B2-DA1A-F989-C7D3-C54C3416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3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CA3D9-6C78-3A50-CCC9-248EB129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3B9A0D-27E5-0B5D-49EA-0FDB556B1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4FA145-BD04-4609-86A7-AA92026CF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E6D5CE-C939-8A38-3801-78CA863B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F5BD6A-0A94-A9D0-87FD-83CBE038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D97F1-FFA7-4AFD-8D2D-2614D141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29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7F0CC-7CCE-14D3-0F93-E29D16A1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654CFC-C557-E958-E5D3-73A6085CA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056A42-5960-3A6C-E772-B1B1CA3D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04913-17DB-22C9-E9F4-A03B8DA9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390394-726A-03A6-B893-D75CD865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2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6CFB14-1D21-2549-ABCE-1816D4883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1B3BE3-6B96-73B1-1B00-C7CCE7031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CE64E1-3A3D-1B4B-4F1B-83FAE43A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85B84-85AD-269C-3344-1459DF83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67BE9-1223-C217-0946-15CB45DB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5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3DA951-CE35-33B7-8FF7-077C2E54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64E0FE-4A0E-E088-9904-FAA978F03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88237-E509-8B62-FECA-C6F589779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A9E92-26D2-4973-9671-7F652E9E443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42B1C-DDD6-2364-70EE-9902E32A1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85A4D-B629-2D73-DECA-37E7C1AC8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70150-B180-4134-B696-6CBE2DF93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2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E9A215-5D0A-55E2-3EBB-9805EAEFC01B}"/>
              </a:ext>
            </a:extLst>
          </p:cNvPr>
          <p:cNvSpPr/>
          <p:nvPr/>
        </p:nvSpPr>
        <p:spPr>
          <a:xfrm>
            <a:off x="271497" y="831117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C7D9D-25C3-357F-7076-39ED593CD750}"/>
              </a:ext>
            </a:extLst>
          </p:cNvPr>
          <p:cNvSpPr txBox="1"/>
          <p:nvPr/>
        </p:nvSpPr>
        <p:spPr>
          <a:xfrm>
            <a:off x="429541" y="92142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Name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4D24F-E4A1-6D8E-5D2D-3FBB3BD1E6DA}"/>
              </a:ext>
            </a:extLst>
          </p:cNvPr>
          <p:cNvSpPr txBox="1"/>
          <p:nvPr/>
        </p:nvSpPr>
        <p:spPr>
          <a:xfrm>
            <a:off x="429541" y="1375961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ID</a:t>
            </a:r>
            <a:endParaRPr lang="ko-KR" altLang="en-US" sz="140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43152C9-7D83-1EAA-D710-3C2C82375ADF}"/>
              </a:ext>
            </a:extLst>
          </p:cNvPr>
          <p:cNvSpPr/>
          <p:nvPr/>
        </p:nvSpPr>
        <p:spPr>
          <a:xfrm>
            <a:off x="1772918" y="1347428"/>
            <a:ext cx="3285916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D5F314-BC68-99A6-9225-41CDD4AA8B7D}"/>
              </a:ext>
            </a:extLst>
          </p:cNvPr>
          <p:cNvSpPr txBox="1"/>
          <p:nvPr/>
        </p:nvSpPr>
        <p:spPr>
          <a:xfrm>
            <a:off x="412173" y="466895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Pinia Store</a:t>
            </a:r>
            <a:endParaRPr lang="ko-KR" altLang="en-US" sz="1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E36979D-D314-03BF-A537-9664491FA6D7}"/>
              </a:ext>
            </a:extLst>
          </p:cNvPr>
          <p:cNvSpPr/>
          <p:nvPr/>
        </p:nvSpPr>
        <p:spPr>
          <a:xfrm>
            <a:off x="1772916" y="960814"/>
            <a:ext cx="3285917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079287-A496-20A4-CD1B-124FED0F0CF5}"/>
              </a:ext>
            </a:extLst>
          </p:cNvPr>
          <p:cNvSpPr/>
          <p:nvPr/>
        </p:nvSpPr>
        <p:spPr>
          <a:xfrm>
            <a:off x="317025" y="509384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3607F5-E998-89C6-A004-F2C1AD513F67}"/>
              </a:ext>
            </a:extLst>
          </p:cNvPr>
          <p:cNvSpPr/>
          <p:nvPr/>
        </p:nvSpPr>
        <p:spPr>
          <a:xfrm>
            <a:off x="271497" y="2160509"/>
            <a:ext cx="4911837" cy="1943391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8D50A2-DB0C-A86A-8065-E33E1B84BB3A}"/>
              </a:ext>
            </a:extLst>
          </p:cNvPr>
          <p:cNvSpPr txBox="1"/>
          <p:nvPr/>
        </p:nvSpPr>
        <p:spPr>
          <a:xfrm>
            <a:off x="412173" y="1796288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State</a:t>
            </a:r>
            <a:endParaRPr lang="ko-KR" altLang="en-US" sz="1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28610F4-B61F-7DC5-0FCF-7F0120DC1140}"/>
              </a:ext>
            </a:extLst>
          </p:cNvPr>
          <p:cNvSpPr/>
          <p:nvPr/>
        </p:nvSpPr>
        <p:spPr>
          <a:xfrm>
            <a:off x="317025" y="1838777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10ED8E7-FBC8-0AC1-A3C9-F65B4733755C}"/>
              </a:ext>
            </a:extLst>
          </p:cNvPr>
          <p:cNvSpPr/>
          <p:nvPr/>
        </p:nvSpPr>
        <p:spPr>
          <a:xfrm>
            <a:off x="271497" y="4558434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42B6EF-DEFF-D41B-5D44-D01680ADA447}"/>
              </a:ext>
            </a:extLst>
          </p:cNvPr>
          <p:cNvSpPr txBox="1"/>
          <p:nvPr/>
        </p:nvSpPr>
        <p:spPr>
          <a:xfrm>
            <a:off x="569528" y="4686157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 </a:t>
            </a:r>
            <a:r>
              <a:rPr lang="ko-KR" altLang="en-US" sz="1400"/>
              <a:t>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9D098E-D7B1-60DB-51E3-D3A83488CBEE}"/>
              </a:ext>
            </a:extLst>
          </p:cNvPr>
          <p:cNvSpPr txBox="1"/>
          <p:nvPr/>
        </p:nvSpPr>
        <p:spPr>
          <a:xfrm>
            <a:off x="2797334" y="464582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Return </a:t>
            </a:r>
            <a:r>
              <a:rPr lang="ko-KR" altLang="en-US" sz="1400"/>
              <a:t>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D2B06AC-53F2-D2DB-B869-AD7178163773}"/>
              </a:ext>
            </a:extLst>
          </p:cNvPr>
          <p:cNvSpPr/>
          <p:nvPr/>
        </p:nvSpPr>
        <p:spPr>
          <a:xfrm>
            <a:off x="1965958" y="5052356"/>
            <a:ext cx="2687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state.rows.length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85CF73-FE57-2494-8036-AECFF55D17A0}"/>
              </a:ext>
            </a:extLst>
          </p:cNvPr>
          <p:cNvSpPr txBox="1"/>
          <p:nvPr/>
        </p:nvSpPr>
        <p:spPr>
          <a:xfrm>
            <a:off x="412173" y="419421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Getters</a:t>
            </a:r>
            <a:endParaRPr lang="ko-KR" altLang="en-US" sz="140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C1D4AA-BD1E-99C3-CD4D-C5711AE5320D}"/>
              </a:ext>
            </a:extLst>
          </p:cNvPr>
          <p:cNvSpPr/>
          <p:nvPr/>
        </p:nvSpPr>
        <p:spPr>
          <a:xfrm>
            <a:off x="429541" y="5047619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rowCount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7AD911-D3F0-2F6B-4C98-D2FF12E86195}"/>
              </a:ext>
            </a:extLst>
          </p:cNvPr>
          <p:cNvSpPr/>
          <p:nvPr/>
        </p:nvSpPr>
        <p:spPr>
          <a:xfrm>
            <a:off x="317025" y="4236701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DA14FD7-1422-9351-8256-58734870775A}"/>
              </a:ext>
            </a:extLst>
          </p:cNvPr>
          <p:cNvSpPr/>
          <p:nvPr/>
        </p:nvSpPr>
        <p:spPr>
          <a:xfrm>
            <a:off x="271497" y="5868763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9BC2C-51CC-7746-8F37-883FA8110360}"/>
              </a:ext>
            </a:extLst>
          </p:cNvPr>
          <p:cNvSpPr txBox="1"/>
          <p:nvPr/>
        </p:nvSpPr>
        <p:spPr>
          <a:xfrm>
            <a:off x="412173" y="5504541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</a:t>
            </a:r>
            <a:endParaRPr lang="ko-KR" altLang="en-US" sz="140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3FA3AE6-7724-2319-5662-49FD32B10F98}"/>
              </a:ext>
            </a:extLst>
          </p:cNvPr>
          <p:cNvSpPr/>
          <p:nvPr/>
        </p:nvSpPr>
        <p:spPr>
          <a:xfrm>
            <a:off x="317025" y="5547030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48BA778-1E22-5AD9-2AD3-B7BADCEFF4D4}"/>
              </a:ext>
            </a:extLst>
          </p:cNvPr>
          <p:cNvSpPr/>
          <p:nvPr/>
        </p:nvSpPr>
        <p:spPr>
          <a:xfrm>
            <a:off x="5652272" y="604048"/>
            <a:ext cx="5700892" cy="4956937"/>
          </a:xfrm>
          <a:prstGeom prst="roundRect">
            <a:avLst>
              <a:gd name="adj" fmla="val 186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EC1F98-CE5D-7942-27CA-D1336879BE76}"/>
              </a:ext>
            </a:extLst>
          </p:cNvPr>
          <p:cNvSpPr/>
          <p:nvPr/>
        </p:nvSpPr>
        <p:spPr>
          <a:xfrm>
            <a:off x="4517289" y="4263402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E9692A-B8E6-4798-0D04-E4A8D66CE4C7}"/>
              </a:ext>
            </a:extLst>
          </p:cNvPr>
          <p:cNvSpPr/>
          <p:nvPr/>
        </p:nvSpPr>
        <p:spPr>
          <a:xfrm>
            <a:off x="4517289" y="5551461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E553B2-FA26-72B4-973F-AE06BCB9F17D}"/>
              </a:ext>
            </a:extLst>
          </p:cNvPr>
          <p:cNvSpPr txBox="1"/>
          <p:nvPr/>
        </p:nvSpPr>
        <p:spPr>
          <a:xfrm>
            <a:off x="376779" y="2209459"/>
            <a:ext cx="697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State</a:t>
            </a:r>
            <a:endParaRPr lang="ko-KR" altLang="en-US" sz="105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7C10CCF0-1B6E-43D5-EB3E-D8D720C52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484945"/>
              </p:ext>
            </p:extLst>
          </p:nvPr>
        </p:nvGraphicFramePr>
        <p:xfrm>
          <a:off x="5798707" y="1131700"/>
          <a:ext cx="5386695" cy="215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88">
                  <a:extLst>
                    <a:ext uri="{9D8B030D-6E8A-4147-A177-3AD203B41FA5}">
                      <a16:colId xmlns:a16="http://schemas.microsoft.com/office/drawing/2014/main" val="3627809492"/>
                    </a:ext>
                  </a:extLst>
                </a:gridCol>
                <a:gridCol w="1081185">
                  <a:extLst>
                    <a:ext uri="{9D8B030D-6E8A-4147-A177-3AD203B41FA5}">
                      <a16:colId xmlns:a16="http://schemas.microsoft.com/office/drawing/2014/main" val="1946434474"/>
                    </a:ext>
                  </a:extLst>
                </a:gridCol>
                <a:gridCol w="1215267">
                  <a:extLst>
                    <a:ext uri="{9D8B030D-6E8A-4147-A177-3AD203B41FA5}">
                      <a16:colId xmlns:a16="http://schemas.microsoft.com/office/drawing/2014/main" val="3005391761"/>
                    </a:ext>
                  </a:extLst>
                </a:gridCol>
                <a:gridCol w="1109078">
                  <a:extLst>
                    <a:ext uri="{9D8B030D-6E8A-4147-A177-3AD203B41FA5}">
                      <a16:colId xmlns:a16="http://schemas.microsoft.com/office/drawing/2014/main" val="315546368"/>
                    </a:ext>
                  </a:extLst>
                </a:gridCol>
                <a:gridCol w="533077">
                  <a:extLst>
                    <a:ext uri="{9D8B030D-6E8A-4147-A177-3AD203B41FA5}">
                      <a16:colId xmlns:a16="http://schemas.microsoft.com/office/drawing/2014/main" val="1451244031"/>
                    </a:ext>
                  </a:extLst>
                </a:gridCol>
              </a:tblGrid>
              <a:tr h="389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초기값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참고사항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060118"/>
                  </a:ext>
                </a:extLst>
              </a:tr>
              <a:tr h="3952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rows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array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[]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테이블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2609"/>
                  </a:ext>
                </a:extLst>
              </a:tr>
              <a:tr h="3185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selectedRow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null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null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테이블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34385"/>
                  </a:ext>
                </a:extLst>
              </a:tr>
              <a:tr h="4306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loading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boolean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False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36426"/>
                  </a:ext>
                </a:extLst>
              </a:tr>
              <a:tr h="2654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entity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object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{}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768611"/>
                  </a:ext>
                </a:extLst>
              </a:tr>
              <a:tr h="34511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177035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2C1F8A86-FEC7-CE90-892A-C7BFFBDD5913}"/>
              </a:ext>
            </a:extLst>
          </p:cNvPr>
          <p:cNvSpPr txBox="1"/>
          <p:nvPr/>
        </p:nvSpPr>
        <p:spPr>
          <a:xfrm>
            <a:off x="5798708" y="70626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State</a:t>
            </a:r>
            <a:endParaRPr lang="ko-KR" altLang="en-US" sz="140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F132015-B703-B67F-32AC-24A8B2AD1A3A}"/>
              </a:ext>
            </a:extLst>
          </p:cNvPr>
          <p:cNvSpPr/>
          <p:nvPr/>
        </p:nvSpPr>
        <p:spPr>
          <a:xfrm>
            <a:off x="10519357" y="803384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2A9D14DE-78F0-9187-FFE0-58B9E317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1545793"/>
            <a:ext cx="209524" cy="309297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76F9F044-8A20-F17B-BD6F-6F9A31F24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1904827"/>
            <a:ext cx="209524" cy="30929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1802585-1A53-FF95-AD83-9C227444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2293403"/>
            <a:ext cx="209524" cy="309297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A64A1EA-38DE-199F-A636-317F6B778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213" y="2667589"/>
            <a:ext cx="209524" cy="30929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01198DE-94E2-CBD8-E2BE-AEAD5C5049E7}"/>
              </a:ext>
            </a:extLst>
          </p:cNvPr>
          <p:cNvSpPr txBox="1"/>
          <p:nvPr/>
        </p:nvSpPr>
        <p:spPr>
          <a:xfrm>
            <a:off x="711648" y="2479608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rows  - array</a:t>
            </a:r>
            <a:endParaRPr lang="ko-KR" altLang="en-US" sz="10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25578C-412C-A9B3-68E2-BE7ECEFC7F98}"/>
              </a:ext>
            </a:extLst>
          </p:cNvPr>
          <p:cNvSpPr txBox="1"/>
          <p:nvPr/>
        </p:nvSpPr>
        <p:spPr>
          <a:xfrm>
            <a:off x="711648" y="2731922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selectedRow  - null</a:t>
            </a:r>
            <a:endParaRPr lang="ko-KR" altLang="en-US" sz="10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1B060-6637-3B37-B3B5-E27EC2736F6C}"/>
              </a:ext>
            </a:extLst>
          </p:cNvPr>
          <p:cNvSpPr txBox="1"/>
          <p:nvPr/>
        </p:nvSpPr>
        <p:spPr>
          <a:xfrm>
            <a:off x="711648" y="2973941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loading  - boolean</a:t>
            </a:r>
            <a:endParaRPr lang="ko-KR" altLang="en-US" sz="10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EC6716-A87E-7EEC-BBA0-41706112858C}"/>
              </a:ext>
            </a:extLst>
          </p:cNvPr>
          <p:cNvSpPr txBox="1"/>
          <p:nvPr/>
        </p:nvSpPr>
        <p:spPr>
          <a:xfrm>
            <a:off x="542313" y="3244473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entiry - object</a:t>
            </a:r>
            <a:endParaRPr lang="ko-KR" altLang="en-US" sz="105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7BB394E-CF4D-7CEF-B224-578E60A61364}"/>
              </a:ext>
            </a:extLst>
          </p:cNvPr>
          <p:cNvCxnSpPr>
            <a:cxnSpLocks/>
          </p:cNvCxnSpPr>
          <p:nvPr/>
        </p:nvCxnSpPr>
        <p:spPr>
          <a:xfrm>
            <a:off x="626533" y="2492173"/>
            <a:ext cx="0" cy="735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EB1EB24-B2EB-980A-8C28-94F6FCB18C74}"/>
              </a:ext>
            </a:extLst>
          </p:cNvPr>
          <p:cNvCxnSpPr>
            <a:cxnSpLocks/>
          </p:cNvCxnSpPr>
          <p:nvPr/>
        </p:nvCxnSpPr>
        <p:spPr>
          <a:xfrm>
            <a:off x="888999" y="3542087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AF850AD-ABA0-1ED0-0236-70F10B50908F}"/>
              </a:ext>
            </a:extLst>
          </p:cNvPr>
          <p:cNvSpPr txBox="1"/>
          <p:nvPr/>
        </p:nvSpPr>
        <p:spPr>
          <a:xfrm>
            <a:off x="961415" y="379031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name  - null</a:t>
            </a:r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7CC8E1-5C64-43CB-FC0B-EF3DF1E56B58}"/>
              </a:ext>
            </a:extLst>
          </p:cNvPr>
          <p:cNvSpPr txBox="1"/>
          <p:nvPr/>
        </p:nvSpPr>
        <p:spPr>
          <a:xfrm>
            <a:off x="961415" y="3533660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id  - null</a:t>
            </a:r>
            <a:endParaRPr lang="ko-KR" altLang="en-US" sz="1050"/>
          </a:p>
        </p:txBody>
      </p:sp>
      <p:sp>
        <p:nvSpPr>
          <p:cNvPr id="75" name="사각형: 모서리가 접힌 도형 74">
            <a:extLst>
              <a:ext uri="{FF2B5EF4-FFF2-40B4-BE49-F238E27FC236}">
                <a16:creationId xmlns:a16="http://schemas.microsoft.com/office/drawing/2014/main" id="{7A85785A-B8A9-8072-BE19-C0EA2EB90DD7}"/>
              </a:ext>
            </a:extLst>
          </p:cNvPr>
          <p:cNvSpPr/>
          <p:nvPr/>
        </p:nvSpPr>
        <p:spPr>
          <a:xfrm>
            <a:off x="5865988" y="3534475"/>
            <a:ext cx="1473200" cy="2298059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타입의 종류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object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number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boolean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null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435E679-CDE5-C206-AEED-EE0B095CA303}"/>
              </a:ext>
            </a:extLst>
          </p:cNvPr>
          <p:cNvCxnSpPr>
            <a:cxnSpLocks/>
            <a:stCxn id="75" idx="0"/>
          </p:cNvCxnSpPr>
          <p:nvPr/>
        </p:nvCxnSpPr>
        <p:spPr>
          <a:xfrm flipV="1">
            <a:off x="6602588" y="1611708"/>
            <a:ext cx="666253" cy="192276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그림 80">
            <a:extLst>
              <a:ext uri="{FF2B5EF4-FFF2-40B4-BE49-F238E27FC236}">
                <a16:creationId xmlns:a16="http://schemas.microsoft.com/office/drawing/2014/main" id="{BD33D7C7-B9F1-D5B7-5324-3CB6D650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28" y="5068449"/>
            <a:ext cx="209524" cy="30929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1D1FA16-8A9C-90AB-2BFF-0C7180C09130}"/>
              </a:ext>
            </a:extLst>
          </p:cNvPr>
          <p:cNvSpPr txBox="1"/>
          <p:nvPr/>
        </p:nvSpPr>
        <p:spPr>
          <a:xfrm>
            <a:off x="579688" y="601864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 </a:t>
            </a:r>
            <a:r>
              <a:rPr lang="ko-KR" altLang="en-US" sz="1400"/>
              <a:t>명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BBE99B-5663-919B-F70E-13F6D2F8CA54}"/>
              </a:ext>
            </a:extLst>
          </p:cNvPr>
          <p:cNvSpPr txBox="1"/>
          <p:nvPr/>
        </p:nvSpPr>
        <p:spPr>
          <a:xfrm>
            <a:off x="2072497" y="6029795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async</a:t>
            </a:r>
            <a:r>
              <a:rPr lang="ko-KR" altLang="en-US" sz="1400"/>
              <a:t>여부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EAB1E22-C586-76D8-96DC-3443643F7B52}"/>
              </a:ext>
            </a:extLst>
          </p:cNvPr>
          <p:cNvSpPr/>
          <p:nvPr/>
        </p:nvSpPr>
        <p:spPr>
          <a:xfrm>
            <a:off x="1976118" y="6384847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28D418A5-2D60-3DC0-ADF0-148AFA36DA08}"/>
              </a:ext>
            </a:extLst>
          </p:cNvPr>
          <p:cNvSpPr/>
          <p:nvPr/>
        </p:nvSpPr>
        <p:spPr>
          <a:xfrm>
            <a:off x="439701" y="6380110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setRows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DF19E63E-830B-1A5D-A06E-DAAC5259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88" y="6400940"/>
            <a:ext cx="209524" cy="309297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CBAD4ED-A589-C021-7D48-4FFB98E02131}"/>
              </a:ext>
            </a:extLst>
          </p:cNvPr>
          <p:cNvSpPr txBox="1"/>
          <p:nvPr/>
        </p:nvSpPr>
        <p:spPr>
          <a:xfrm>
            <a:off x="3511306" y="6029474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참조사항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84D6C2A8-18C1-24E5-9304-7B12177826EA}"/>
              </a:ext>
            </a:extLst>
          </p:cNvPr>
          <p:cNvSpPr/>
          <p:nvPr/>
        </p:nvSpPr>
        <p:spPr>
          <a:xfrm>
            <a:off x="3344891" y="6400988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테이블 추가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95ECAA0-A871-671A-43D9-5BA1B508240F}"/>
              </a:ext>
            </a:extLst>
          </p:cNvPr>
          <p:cNvSpPr/>
          <p:nvPr/>
        </p:nvSpPr>
        <p:spPr>
          <a:xfrm>
            <a:off x="412173" y="2222628"/>
            <a:ext cx="794089" cy="2730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CF8AA67-FA19-604A-38D0-11D910DC7817}"/>
              </a:ext>
            </a:extLst>
          </p:cNvPr>
          <p:cNvCxnSpPr>
            <a:cxnSpLocks/>
            <a:stCxn id="89" idx="3"/>
            <a:endCxn id="54" idx="1"/>
          </p:cNvCxnSpPr>
          <p:nvPr/>
        </p:nvCxnSpPr>
        <p:spPr>
          <a:xfrm flipV="1">
            <a:off x="1206262" y="860151"/>
            <a:ext cx="4592446" cy="1499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사각형: 모서리가 접힌 도형 94">
            <a:extLst>
              <a:ext uri="{FF2B5EF4-FFF2-40B4-BE49-F238E27FC236}">
                <a16:creationId xmlns:a16="http://schemas.microsoft.com/office/drawing/2014/main" id="{E1E12A8A-3EC2-EAF6-FA32-D92ABEDF2AD5}"/>
              </a:ext>
            </a:extLst>
          </p:cNvPr>
          <p:cNvSpPr/>
          <p:nvPr/>
        </p:nvSpPr>
        <p:spPr>
          <a:xfrm>
            <a:off x="2846503" y="1812418"/>
            <a:ext cx="2735421" cy="118837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창에서 각 노드를 선택했을 때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자식 변수 목록을 표현해 준다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124819E-78AC-3065-7B13-34F58407AFDC}"/>
              </a:ext>
            </a:extLst>
          </p:cNvPr>
          <p:cNvSpPr/>
          <p:nvPr/>
        </p:nvSpPr>
        <p:spPr>
          <a:xfrm>
            <a:off x="271497" y="31166"/>
            <a:ext cx="2398060" cy="3884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indexStore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2837F8BD-BABE-EAFF-47D2-3544900A1B97}"/>
              </a:ext>
            </a:extLst>
          </p:cNvPr>
          <p:cNvCxnSpPr/>
          <p:nvPr/>
        </p:nvCxnSpPr>
        <p:spPr>
          <a:xfrm flipV="1">
            <a:off x="265360" y="340625"/>
            <a:ext cx="11124750" cy="74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23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E9A215-5D0A-55E2-3EBB-9805EAEFC01B}"/>
              </a:ext>
            </a:extLst>
          </p:cNvPr>
          <p:cNvSpPr/>
          <p:nvPr/>
        </p:nvSpPr>
        <p:spPr>
          <a:xfrm>
            <a:off x="271497" y="837254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C7D9D-25C3-357F-7076-39ED593CD750}"/>
              </a:ext>
            </a:extLst>
          </p:cNvPr>
          <p:cNvSpPr txBox="1"/>
          <p:nvPr/>
        </p:nvSpPr>
        <p:spPr>
          <a:xfrm>
            <a:off x="429541" y="92756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Name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4D24F-E4A1-6D8E-5D2D-3FBB3BD1E6DA}"/>
              </a:ext>
            </a:extLst>
          </p:cNvPr>
          <p:cNvSpPr txBox="1"/>
          <p:nvPr/>
        </p:nvSpPr>
        <p:spPr>
          <a:xfrm>
            <a:off x="429541" y="1382098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Store ID</a:t>
            </a:r>
            <a:endParaRPr lang="ko-KR" altLang="en-US" sz="140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43152C9-7D83-1EAA-D710-3C2C82375ADF}"/>
              </a:ext>
            </a:extLst>
          </p:cNvPr>
          <p:cNvSpPr/>
          <p:nvPr/>
        </p:nvSpPr>
        <p:spPr>
          <a:xfrm>
            <a:off x="1772918" y="1353565"/>
            <a:ext cx="3285916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D5F314-BC68-99A6-9225-41CDD4AA8B7D}"/>
              </a:ext>
            </a:extLst>
          </p:cNvPr>
          <p:cNvSpPr txBox="1"/>
          <p:nvPr/>
        </p:nvSpPr>
        <p:spPr>
          <a:xfrm>
            <a:off x="412173" y="47303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Pinia Store</a:t>
            </a:r>
            <a:endParaRPr lang="ko-KR" altLang="en-US" sz="14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E36979D-D314-03BF-A537-9664491FA6D7}"/>
              </a:ext>
            </a:extLst>
          </p:cNvPr>
          <p:cNvSpPr/>
          <p:nvPr/>
        </p:nvSpPr>
        <p:spPr>
          <a:xfrm>
            <a:off x="1772916" y="966951"/>
            <a:ext cx="3285917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7079287-A496-20A4-CD1B-124FED0F0CF5}"/>
              </a:ext>
            </a:extLst>
          </p:cNvPr>
          <p:cNvSpPr/>
          <p:nvPr/>
        </p:nvSpPr>
        <p:spPr>
          <a:xfrm>
            <a:off x="317025" y="515521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3607F5-E998-89C6-A004-F2C1AD513F67}"/>
              </a:ext>
            </a:extLst>
          </p:cNvPr>
          <p:cNvSpPr/>
          <p:nvPr/>
        </p:nvSpPr>
        <p:spPr>
          <a:xfrm>
            <a:off x="271497" y="2166646"/>
            <a:ext cx="4911837" cy="1748059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8D50A2-DB0C-A86A-8065-E33E1B84BB3A}"/>
              </a:ext>
            </a:extLst>
          </p:cNvPr>
          <p:cNvSpPr txBox="1"/>
          <p:nvPr/>
        </p:nvSpPr>
        <p:spPr>
          <a:xfrm>
            <a:off x="412173" y="1802425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State</a:t>
            </a:r>
            <a:endParaRPr lang="ko-KR" altLang="en-US" sz="140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28610F4-B61F-7DC5-0FCF-7F0120DC1140}"/>
              </a:ext>
            </a:extLst>
          </p:cNvPr>
          <p:cNvSpPr/>
          <p:nvPr/>
        </p:nvSpPr>
        <p:spPr>
          <a:xfrm>
            <a:off x="317025" y="1844914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10ED8E7-FBC8-0AC1-A3C9-F65B4733755C}"/>
              </a:ext>
            </a:extLst>
          </p:cNvPr>
          <p:cNvSpPr/>
          <p:nvPr/>
        </p:nvSpPr>
        <p:spPr>
          <a:xfrm>
            <a:off x="271497" y="4503201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42B6EF-DEFF-D41B-5D44-D01680ADA447}"/>
              </a:ext>
            </a:extLst>
          </p:cNvPr>
          <p:cNvSpPr txBox="1"/>
          <p:nvPr/>
        </p:nvSpPr>
        <p:spPr>
          <a:xfrm>
            <a:off x="569528" y="4630924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 </a:t>
            </a:r>
            <a:r>
              <a:rPr lang="ko-KR" altLang="en-US" sz="1400"/>
              <a:t>명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9D098E-D7B1-60DB-51E3-D3A83488CBEE}"/>
              </a:ext>
            </a:extLst>
          </p:cNvPr>
          <p:cNvSpPr txBox="1"/>
          <p:nvPr/>
        </p:nvSpPr>
        <p:spPr>
          <a:xfrm>
            <a:off x="2797334" y="4590595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Return </a:t>
            </a:r>
            <a:r>
              <a:rPr lang="ko-KR" altLang="en-US" sz="1400"/>
              <a:t>식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D2B06AC-53F2-D2DB-B869-AD7178163773}"/>
              </a:ext>
            </a:extLst>
          </p:cNvPr>
          <p:cNvSpPr/>
          <p:nvPr/>
        </p:nvSpPr>
        <p:spPr>
          <a:xfrm>
            <a:off x="1965958" y="4997123"/>
            <a:ext cx="2687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state.rows.length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85CF73-FE57-2494-8036-AECFF55D17A0}"/>
              </a:ext>
            </a:extLst>
          </p:cNvPr>
          <p:cNvSpPr txBox="1"/>
          <p:nvPr/>
        </p:nvSpPr>
        <p:spPr>
          <a:xfrm>
            <a:off x="412173" y="4138979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Getters</a:t>
            </a:r>
            <a:endParaRPr lang="ko-KR" altLang="en-US" sz="140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FC1D4AA-BD1E-99C3-CD4D-C5711AE5320D}"/>
              </a:ext>
            </a:extLst>
          </p:cNvPr>
          <p:cNvSpPr/>
          <p:nvPr/>
        </p:nvSpPr>
        <p:spPr>
          <a:xfrm>
            <a:off x="429541" y="4992386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rowCount</a:t>
            </a:r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37AD911-D3F0-2F6B-4C98-D2FF12E86195}"/>
              </a:ext>
            </a:extLst>
          </p:cNvPr>
          <p:cNvSpPr/>
          <p:nvPr/>
        </p:nvSpPr>
        <p:spPr>
          <a:xfrm>
            <a:off x="317025" y="4181468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8DA14FD7-1422-9351-8256-58734870775A}"/>
              </a:ext>
            </a:extLst>
          </p:cNvPr>
          <p:cNvSpPr/>
          <p:nvPr/>
        </p:nvSpPr>
        <p:spPr>
          <a:xfrm>
            <a:off x="271497" y="5825804"/>
            <a:ext cx="4911837" cy="936977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9BC2C-51CC-7746-8F37-883FA8110360}"/>
              </a:ext>
            </a:extLst>
          </p:cNvPr>
          <p:cNvSpPr txBox="1"/>
          <p:nvPr/>
        </p:nvSpPr>
        <p:spPr>
          <a:xfrm>
            <a:off x="412173" y="5461582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</a:t>
            </a:r>
            <a:endParaRPr lang="ko-KR" altLang="en-US" sz="140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3FA3AE6-7724-2319-5662-49FD32B10F98}"/>
              </a:ext>
            </a:extLst>
          </p:cNvPr>
          <p:cNvSpPr/>
          <p:nvPr/>
        </p:nvSpPr>
        <p:spPr>
          <a:xfrm>
            <a:off x="317025" y="5504071"/>
            <a:ext cx="45719" cy="222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48BA778-1E22-5AD9-2AD3-B7BADCEFF4D4}"/>
              </a:ext>
            </a:extLst>
          </p:cNvPr>
          <p:cNvSpPr/>
          <p:nvPr/>
        </p:nvSpPr>
        <p:spPr>
          <a:xfrm>
            <a:off x="5652272" y="622459"/>
            <a:ext cx="5700892" cy="4956937"/>
          </a:xfrm>
          <a:prstGeom prst="roundRect">
            <a:avLst>
              <a:gd name="adj" fmla="val 1860"/>
            </a:avLst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EC1F98-CE5D-7942-27CA-D1336879BE76}"/>
              </a:ext>
            </a:extLst>
          </p:cNvPr>
          <p:cNvSpPr/>
          <p:nvPr/>
        </p:nvSpPr>
        <p:spPr>
          <a:xfrm>
            <a:off x="4517289" y="4208169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E9692A-B8E6-4798-0D04-E4A8D66CE4C7}"/>
              </a:ext>
            </a:extLst>
          </p:cNvPr>
          <p:cNvSpPr/>
          <p:nvPr/>
        </p:nvSpPr>
        <p:spPr>
          <a:xfrm>
            <a:off x="4517289" y="5508502"/>
            <a:ext cx="666045" cy="249037"/>
          </a:xfrm>
          <a:prstGeom prst="round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/>
              <a:t>+ </a:t>
            </a:r>
            <a:r>
              <a:rPr lang="ko-KR" altLang="en-US" sz="1200"/>
              <a:t>추가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E553B2-FA26-72B4-973F-AE06BCB9F17D}"/>
              </a:ext>
            </a:extLst>
          </p:cNvPr>
          <p:cNvSpPr txBox="1"/>
          <p:nvPr/>
        </p:nvSpPr>
        <p:spPr>
          <a:xfrm>
            <a:off x="376779" y="2215596"/>
            <a:ext cx="697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State</a:t>
            </a:r>
            <a:endParaRPr lang="ko-KR" altLang="en-US" sz="105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1F8A86-FEC7-CE90-892A-C7BFFBDD5913}"/>
              </a:ext>
            </a:extLst>
          </p:cNvPr>
          <p:cNvSpPr txBox="1"/>
          <p:nvPr/>
        </p:nvSpPr>
        <p:spPr>
          <a:xfrm>
            <a:off x="5798708" y="724673"/>
            <a:ext cx="1794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함수명 </a:t>
            </a:r>
            <a:r>
              <a:rPr lang="en-US" altLang="ko-KR" sz="1400"/>
              <a:t>: setRows</a:t>
            </a:r>
            <a:endParaRPr lang="ko-KR" altLang="en-US" sz="1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1198DE-94E2-CBD8-E2BE-AEAD5C5049E7}"/>
              </a:ext>
            </a:extLst>
          </p:cNvPr>
          <p:cNvSpPr txBox="1"/>
          <p:nvPr/>
        </p:nvSpPr>
        <p:spPr>
          <a:xfrm>
            <a:off x="711648" y="248574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rows  - array</a:t>
            </a:r>
            <a:endParaRPr lang="ko-KR" altLang="en-US" sz="105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25578C-412C-A9B3-68E2-BE7ECEFC7F98}"/>
              </a:ext>
            </a:extLst>
          </p:cNvPr>
          <p:cNvSpPr txBox="1"/>
          <p:nvPr/>
        </p:nvSpPr>
        <p:spPr>
          <a:xfrm>
            <a:off x="711648" y="2738059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selectedRow  - null</a:t>
            </a:r>
            <a:endParaRPr lang="ko-KR" altLang="en-US" sz="10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D51B060-6637-3B37-B3B5-E27EC2736F6C}"/>
              </a:ext>
            </a:extLst>
          </p:cNvPr>
          <p:cNvSpPr txBox="1"/>
          <p:nvPr/>
        </p:nvSpPr>
        <p:spPr>
          <a:xfrm>
            <a:off x="711648" y="2980078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loading  - boolean</a:t>
            </a:r>
            <a:endParaRPr lang="ko-KR" altLang="en-US" sz="105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EC6716-A87E-7EEC-BBA0-41706112858C}"/>
              </a:ext>
            </a:extLst>
          </p:cNvPr>
          <p:cNvSpPr txBox="1"/>
          <p:nvPr/>
        </p:nvSpPr>
        <p:spPr>
          <a:xfrm>
            <a:off x="542313" y="3250610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entiry - object</a:t>
            </a:r>
            <a:endParaRPr lang="ko-KR" altLang="en-US" sz="105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7BB394E-CF4D-7CEF-B224-578E60A61364}"/>
              </a:ext>
            </a:extLst>
          </p:cNvPr>
          <p:cNvCxnSpPr>
            <a:cxnSpLocks/>
          </p:cNvCxnSpPr>
          <p:nvPr/>
        </p:nvCxnSpPr>
        <p:spPr>
          <a:xfrm>
            <a:off x="626533" y="2498310"/>
            <a:ext cx="0" cy="735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EB1EB24-B2EB-980A-8C28-94F6FCB18C74}"/>
              </a:ext>
            </a:extLst>
          </p:cNvPr>
          <p:cNvCxnSpPr>
            <a:cxnSpLocks/>
          </p:cNvCxnSpPr>
          <p:nvPr/>
        </p:nvCxnSpPr>
        <p:spPr>
          <a:xfrm>
            <a:off x="888999" y="3548224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AF850AD-ABA0-1ED0-0236-70F10B50908F}"/>
              </a:ext>
            </a:extLst>
          </p:cNvPr>
          <p:cNvSpPr txBox="1"/>
          <p:nvPr/>
        </p:nvSpPr>
        <p:spPr>
          <a:xfrm>
            <a:off x="961415" y="3796452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name  - null</a:t>
            </a:r>
            <a:endParaRPr lang="ko-KR" altLang="en-US" sz="10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F7CC8E1-5C64-43CB-FC0B-EF3DF1E56B58}"/>
              </a:ext>
            </a:extLst>
          </p:cNvPr>
          <p:cNvSpPr txBox="1"/>
          <p:nvPr/>
        </p:nvSpPr>
        <p:spPr>
          <a:xfrm>
            <a:off x="961415" y="3539797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id  - null</a:t>
            </a:r>
            <a:endParaRPr lang="ko-KR" altLang="en-US" sz="1050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435E679-CDE5-C206-AEED-EE0B095CA303}"/>
              </a:ext>
            </a:extLst>
          </p:cNvPr>
          <p:cNvCxnSpPr>
            <a:cxnSpLocks/>
          </p:cNvCxnSpPr>
          <p:nvPr/>
        </p:nvCxnSpPr>
        <p:spPr>
          <a:xfrm flipV="1">
            <a:off x="2037271" y="1291931"/>
            <a:ext cx="3858616" cy="50637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그림 80">
            <a:extLst>
              <a:ext uri="{FF2B5EF4-FFF2-40B4-BE49-F238E27FC236}">
                <a16:creationId xmlns:a16="http://schemas.microsoft.com/office/drawing/2014/main" id="{BD33D7C7-B9F1-D5B7-5324-3CB6D650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28" y="5013216"/>
            <a:ext cx="209524" cy="30929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A1D1FA16-8A9C-90AB-2BFF-0C7180C09130}"/>
              </a:ext>
            </a:extLst>
          </p:cNvPr>
          <p:cNvSpPr txBox="1"/>
          <p:nvPr/>
        </p:nvSpPr>
        <p:spPr>
          <a:xfrm>
            <a:off x="579688" y="5975689"/>
            <a:ext cx="1343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Actions </a:t>
            </a:r>
            <a:r>
              <a:rPr lang="ko-KR" altLang="en-US" sz="1400"/>
              <a:t>명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9BBE99B-5663-919B-F70E-13F6D2F8CA54}"/>
              </a:ext>
            </a:extLst>
          </p:cNvPr>
          <p:cNvSpPr txBox="1"/>
          <p:nvPr/>
        </p:nvSpPr>
        <p:spPr>
          <a:xfrm>
            <a:off x="2072497" y="5986836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async</a:t>
            </a:r>
            <a:r>
              <a:rPr lang="ko-KR" altLang="en-US" sz="1400"/>
              <a:t>여부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EAB1E22-C586-76D8-96DC-3443643F7B52}"/>
              </a:ext>
            </a:extLst>
          </p:cNvPr>
          <p:cNvSpPr/>
          <p:nvPr/>
        </p:nvSpPr>
        <p:spPr>
          <a:xfrm>
            <a:off x="1976118" y="6341888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true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28D418A5-2D60-3DC0-ADF0-148AFA36DA08}"/>
              </a:ext>
            </a:extLst>
          </p:cNvPr>
          <p:cNvSpPr/>
          <p:nvPr/>
        </p:nvSpPr>
        <p:spPr>
          <a:xfrm>
            <a:off x="439701" y="6337151"/>
            <a:ext cx="1483364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setRows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DF19E63E-830B-1A5D-A06E-DAAC5259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88" y="6357981"/>
            <a:ext cx="209524" cy="309297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CBAD4ED-A589-C021-7D48-4FFB98E02131}"/>
              </a:ext>
            </a:extLst>
          </p:cNvPr>
          <p:cNvSpPr txBox="1"/>
          <p:nvPr/>
        </p:nvSpPr>
        <p:spPr>
          <a:xfrm>
            <a:off x="3511306" y="5986515"/>
            <a:ext cx="1019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참조사항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84D6C2A8-18C1-24E5-9304-7B12177826EA}"/>
              </a:ext>
            </a:extLst>
          </p:cNvPr>
          <p:cNvSpPr/>
          <p:nvPr/>
        </p:nvSpPr>
        <p:spPr>
          <a:xfrm>
            <a:off x="3344891" y="6358029"/>
            <a:ext cx="1290322" cy="307777"/>
          </a:xfrm>
          <a:prstGeom prst="round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테이블 추가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95ECAA0-A871-671A-43D9-5BA1B508240F}"/>
              </a:ext>
            </a:extLst>
          </p:cNvPr>
          <p:cNvSpPr/>
          <p:nvPr/>
        </p:nvSpPr>
        <p:spPr>
          <a:xfrm>
            <a:off x="396259" y="4960528"/>
            <a:ext cx="4264987" cy="36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CF8AA67-FA19-604A-38D0-11D910DC7817}"/>
              </a:ext>
            </a:extLst>
          </p:cNvPr>
          <p:cNvCxnSpPr>
            <a:cxnSpLocks/>
            <a:endCxn id="54" idx="1"/>
          </p:cNvCxnSpPr>
          <p:nvPr/>
        </p:nvCxnSpPr>
        <p:spPr>
          <a:xfrm flipV="1">
            <a:off x="2200751" y="878562"/>
            <a:ext cx="3597957" cy="3885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사각형: 모서리가 접힌 도형 94">
            <a:extLst>
              <a:ext uri="{FF2B5EF4-FFF2-40B4-BE49-F238E27FC236}">
                <a16:creationId xmlns:a16="http://schemas.microsoft.com/office/drawing/2014/main" id="{E1E12A8A-3EC2-EAF6-FA32-D92ABEDF2AD5}"/>
              </a:ext>
            </a:extLst>
          </p:cNvPr>
          <p:cNvSpPr/>
          <p:nvPr/>
        </p:nvSpPr>
        <p:spPr>
          <a:xfrm>
            <a:off x="847394" y="3163385"/>
            <a:ext cx="2735421" cy="118837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Getters,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Actions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을 클릭했을 때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Script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편집창표시 됨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C8714EB-CC01-BF70-5270-84B6A7A86DEF}"/>
              </a:ext>
            </a:extLst>
          </p:cNvPr>
          <p:cNvSpPr/>
          <p:nvPr/>
        </p:nvSpPr>
        <p:spPr>
          <a:xfrm>
            <a:off x="412173" y="6324396"/>
            <a:ext cx="4264987" cy="36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1FC93-5131-E5C3-F260-4C3B42D7EE72}"/>
              </a:ext>
            </a:extLst>
          </p:cNvPr>
          <p:cNvSpPr txBox="1"/>
          <p:nvPr/>
        </p:nvSpPr>
        <p:spPr>
          <a:xfrm>
            <a:off x="5981465" y="1167917"/>
            <a:ext cx="3730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setRows(rows) {</a:t>
            </a:r>
          </a:p>
          <a:p>
            <a:r>
              <a:rPr lang="en-US" altLang="ko-KR" sz="1400"/>
              <a:t>      this.rows = rows</a:t>
            </a:r>
          </a:p>
          <a:p>
            <a:r>
              <a:rPr lang="en-US" altLang="ko-KR" sz="1400"/>
              <a:t>    },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E3EFD2-05DF-8E6F-6E7B-48E1A5A0FC0C}"/>
              </a:ext>
            </a:extLst>
          </p:cNvPr>
          <p:cNvSpPr/>
          <p:nvPr/>
        </p:nvSpPr>
        <p:spPr>
          <a:xfrm>
            <a:off x="271497" y="31166"/>
            <a:ext cx="2398060" cy="3884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</a:rPr>
              <a:t>indexStore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6D1AD8-7664-8716-CAAD-26254A010EA9}"/>
              </a:ext>
            </a:extLst>
          </p:cNvPr>
          <p:cNvCxnSpPr/>
          <p:nvPr/>
        </p:nvCxnSpPr>
        <p:spPr>
          <a:xfrm flipV="1">
            <a:off x="265360" y="340625"/>
            <a:ext cx="11124750" cy="74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106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91CCB9-07CD-0E2F-C855-6CACE6B4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69" y="690466"/>
            <a:ext cx="4475466" cy="4990922"/>
          </a:xfrm>
          <a:prstGeom prst="rect">
            <a:avLst/>
          </a:prstGeom>
        </p:spPr>
      </p:pic>
      <p:sp>
        <p:nvSpPr>
          <p:cNvPr id="5" name="사각형: 모서리가 접힌 도형 4">
            <a:extLst>
              <a:ext uri="{FF2B5EF4-FFF2-40B4-BE49-F238E27FC236}">
                <a16:creationId xmlns:a16="http://schemas.microsoft.com/office/drawing/2014/main" id="{61E4A548-C5AD-CA5E-11BB-D8B28EA353E1}"/>
              </a:ext>
            </a:extLst>
          </p:cNvPr>
          <p:cNvSpPr/>
          <p:nvPr/>
        </p:nvSpPr>
        <p:spPr>
          <a:xfrm>
            <a:off x="5119539" y="1670181"/>
            <a:ext cx="3278012" cy="2669456"/>
          </a:xfrm>
          <a:prstGeom prst="foldedCorner">
            <a:avLst>
              <a:gd name="adj" fmla="val 75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수정사항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Store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명칭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-&gt; Store Name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Store ID -&gt; Store ID (defineStore)</a:t>
            </a: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새로운 필드 추가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Import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명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: vue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에서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변수명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vue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에서 참조하는 변수 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storeName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'useIndexUtilStore'</a:t>
            </a:r>
            <a:r>
              <a:rPr lang="en-US" altLang="ko-KR" sz="12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90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223810-956E-283D-CDE5-49CA250CF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08" y="363867"/>
            <a:ext cx="4382117" cy="1446272"/>
          </a:xfrm>
          <a:prstGeom prst="rect">
            <a:avLst/>
          </a:prstGeom>
        </p:spPr>
      </p:pic>
      <p:sp>
        <p:nvSpPr>
          <p:cNvPr id="6" name="사각형: 모서리가 접힌 도형 5">
            <a:extLst>
              <a:ext uri="{FF2B5EF4-FFF2-40B4-BE49-F238E27FC236}">
                <a16:creationId xmlns:a16="http://schemas.microsoft.com/office/drawing/2014/main" id="{96AE07C6-53E9-2176-F601-3FADAF931BDE}"/>
              </a:ext>
            </a:extLst>
          </p:cNvPr>
          <p:cNvSpPr/>
          <p:nvPr/>
        </p:nvSpPr>
        <p:spPr>
          <a:xfrm>
            <a:off x="4942257" y="475862"/>
            <a:ext cx="4304380" cy="3303036"/>
          </a:xfrm>
          <a:prstGeom prst="foldedCorner">
            <a:avLst>
              <a:gd name="adj" fmla="val 75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수정사항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창의 변수필드는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TREE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모양으로 적용해줘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/>
              </a:solidFill>
            </a:endParaRP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state: () =&gt; ({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rows: [],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selectedRow: null,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loading: false,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entity:{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	   id: null,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 	   name:null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} 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}),</a:t>
            </a: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01A3D9-7150-C901-0185-1D0EB2BAA370}"/>
              </a:ext>
            </a:extLst>
          </p:cNvPr>
          <p:cNvSpPr/>
          <p:nvPr/>
        </p:nvSpPr>
        <p:spPr>
          <a:xfrm>
            <a:off x="280829" y="3569431"/>
            <a:ext cx="3563384" cy="1943391"/>
          </a:xfrm>
          <a:prstGeom prst="roundRect">
            <a:avLst>
              <a:gd name="adj" fmla="val 346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B3DF4-F371-7CCD-F206-2790D399C245}"/>
              </a:ext>
            </a:extLst>
          </p:cNvPr>
          <p:cNvSpPr txBox="1"/>
          <p:nvPr/>
        </p:nvSpPr>
        <p:spPr>
          <a:xfrm>
            <a:off x="386110" y="3618381"/>
            <a:ext cx="697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State</a:t>
            </a:r>
            <a:endParaRPr lang="ko-KR" altLang="en-US" sz="10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ECC9F-7B44-E9E5-0252-3457382FB312}"/>
              </a:ext>
            </a:extLst>
          </p:cNvPr>
          <p:cNvSpPr txBox="1"/>
          <p:nvPr/>
        </p:nvSpPr>
        <p:spPr>
          <a:xfrm>
            <a:off x="720979" y="3888530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rows  - array</a:t>
            </a:r>
            <a:endParaRPr lang="ko-KR" altLang="en-US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C288DB-6304-0694-8C39-F4C2FAE8CB40}"/>
              </a:ext>
            </a:extLst>
          </p:cNvPr>
          <p:cNvSpPr txBox="1"/>
          <p:nvPr/>
        </p:nvSpPr>
        <p:spPr>
          <a:xfrm>
            <a:off x="720979" y="4140844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selectedRow  - null</a:t>
            </a:r>
            <a:endParaRPr lang="ko-KR" altLang="en-US" sz="10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9486E-3A0D-63CF-C637-E4C68AA62843}"/>
              </a:ext>
            </a:extLst>
          </p:cNvPr>
          <p:cNvSpPr txBox="1"/>
          <p:nvPr/>
        </p:nvSpPr>
        <p:spPr>
          <a:xfrm>
            <a:off x="720979" y="4382863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loading  - boolean</a:t>
            </a:r>
            <a:endParaRPr lang="ko-KR" alt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767512-9921-ACE6-3F5A-722C474259A5}"/>
              </a:ext>
            </a:extLst>
          </p:cNvPr>
          <p:cNvSpPr txBox="1"/>
          <p:nvPr/>
        </p:nvSpPr>
        <p:spPr>
          <a:xfrm>
            <a:off x="551644" y="4653395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+ entity - object</a:t>
            </a:r>
            <a:endParaRPr lang="ko-KR" altLang="en-US" sz="105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2EEC91-EA2B-AA1D-E58A-6415E9D357C2}"/>
              </a:ext>
            </a:extLst>
          </p:cNvPr>
          <p:cNvCxnSpPr>
            <a:cxnSpLocks/>
          </p:cNvCxnSpPr>
          <p:nvPr/>
        </p:nvCxnSpPr>
        <p:spPr>
          <a:xfrm>
            <a:off x="635864" y="3901095"/>
            <a:ext cx="0" cy="73568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4B1DD92-105F-A7DE-F6BA-83BCDA02F7AE}"/>
              </a:ext>
            </a:extLst>
          </p:cNvPr>
          <p:cNvCxnSpPr>
            <a:cxnSpLocks/>
          </p:cNvCxnSpPr>
          <p:nvPr/>
        </p:nvCxnSpPr>
        <p:spPr>
          <a:xfrm>
            <a:off x="898330" y="4951009"/>
            <a:ext cx="0" cy="44480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6CAF478-CE72-890B-FFE1-BAC275FF16E7}"/>
              </a:ext>
            </a:extLst>
          </p:cNvPr>
          <p:cNvSpPr txBox="1"/>
          <p:nvPr/>
        </p:nvSpPr>
        <p:spPr>
          <a:xfrm>
            <a:off x="970746" y="5199237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name  - null</a:t>
            </a:r>
            <a:endParaRPr lang="ko-KR" altLang="en-US" sz="10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D741C-288D-DBAC-1F19-36DCCD777B43}"/>
              </a:ext>
            </a:extLst>
          </p:cNvPr>
          <p:cNvSpPr txBox="1"/>
          <p:nvPr/>
        </p:nvSpPr>
        <p:spPr>
          <a:xfrm>
            <a:off x="970746" y="4942582"/>
            <a:ext cx="14949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id  - null</a:t>
            </a:r>
            <a:endParaRPr lang="ko-KR" altLang="en-US" sz="105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378B204-9934-AAAC-23DD-E9A6BA8B02FF}"/>
              </a:ext>
            </a:extLst>
          </p:cNvPr>
          <p:cNvSpPr/>
          <p:nvPr/>
        </p:nvSpPr>
        <p:spPr>
          <a:xfrm>
            <a:off x="421504" y="3631550"/>
            <a:ext cx="794089" cy="27309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왼쪽으로 구부러짐 17">
            <a:extLst>
              <a:ext uri="{FF2B5EF4-FFF2-40B4-BE49-F238E27FC236}">
                <a16:creationId xmlns:a16="http://schemas.microsoft.com/office/drawing/2014/main" id="{5848471E-0FDF-00CD-7034-3DF02D3ED557}"/>
              </a:ext>
            </a:extLst>
          </p:cNvPr>
          <p:cNvSpPr/>
          <p:nvPr/>
        </p:nvSpPr>
        <p:spPr>
          <a:xfrm rot="2982620">
            <a:off x="4554846" y="3839655"/>
            <a:ext cx="485192" cy="132404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08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0A95EBA-20F6-CF27-D0FC-B0C59D663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96" y="345232"/>
            <a:ext cx="6977915" cy="5868955"/>
          </a:xfrm>
          <a:prstGeom prst="rect">
            <a:avLst/>
          </a:prstGeom>
        </p:spPr>
      </p:pic>
      <p:sp>
        <p:nvSpPr>
          <p:cNvPr id="5" name="사각형: 모서리가 접힌 도형 4">
            <a:extLst>
              <a:ext uri="{FF2B5EF4-FFF2-40B4-BE49-F238E27FC236}">
                <a16:creationId xmlns:a16="http://schemas.microsoft.com/office/drawing/2014/main" id="{B3CDE165-36B8-EA73-386F-86A4E48400E3}"/>
              </a:ext>
            </a:extLst>
          </p:cNvPr>
          <p:cNvSpPr/>
          <p:nvPr/>
        </p:nvSpPr>
        <p:spPr>
          <a:xfrm>
            <a:off x="7536166" y="345232"/>
            <a:ext cx="4285719" cy="5868954"/>
          </a:xfrm>
          <a:prstGeom prst="foldedCorner">
            <a:avLst>
              <a:gd name="adj" fmla="val 387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수정사항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storeName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템 이름옆에 설정 아이콘을 추가해서 클릭하면 현재 파일 정보를 설정할 수 있는 팝업창 표시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 Store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신규 추가 팝업 처럼 다만 경로는 변경할 수 없도록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2. Pinia Store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창 삭제 바람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파일 설정 창으로 대신함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3. State, Getters, Actions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테이틀창 높이가 큼 좀더 줄이도록 수정해줘 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팔각형 18">
            <a:extLst>
              <a:ext uri="{FF2B5EF4-FFF2-40B4-BE49-F238E27FC236}">
                <a16:creationId xmlns:a16="http://schemas.microsoft.com/office/drawing/2014/main" id="{450521CC-EE90-1530-0BA5-C37869D83BB9}"/>
              </a:ext>
            </a:extLst>
          </p:cNvPr>
          <p:cNvSpPr/>
          <p:nvPr/>
        </p:nvSpPr>
        <p:spPr>
          <a:xfrm>
            <a:off x="1324947" y="709126"/>
            <a:ext cx="229533" cy="239563"/>
          </a:xfrm>
          <a:prstGeom prst="octag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1</a:t>
            </a:r>
            <a:endParaRPr lang="ko-KR" altLang="en-US" sz="105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EEEA838-D7B2-7569-B16D-F1725E262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720" y="1199449"/>
            <a:ext cx="2311917" cy="2852084"/>
          </a:xfrm>
          <a:prstGeom prst="rect">
            <a:avLst/>
          </a:prstGeom>
        </p:spPr>
      </p:pic>
      <p:sp>
        <p:nvSpPr>
          <p:cNvPr id="22" name="팔각형 21">
            <a:extLst>
              <a:ext uri="{FF2B5EF4-FFF2-40B4-BE49-F238E27FC236}">
                <a16:creationId xmlns:a16="http://schemas.microsoft.com/office/drawing/2014/main" id="{4269B639-FD77-2887-122E-60154A7B479F}"/>
              </a:ext>
            </a:extLst>
          </p:cNvPr>
          <p:cNvSpPr/>
          <p:nvPr/>
        </p:nvSpPr>
        <p:spPr>
          <a:xfrm>
            <a:off x="1324947" y="1079667"/>
            <a:ext cx="229533" cy="239563"/>
          </a:xfrm>
          <a:prstGeom prst="octag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2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189646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E1919F-81FE-811A-C5BA-16404B86B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5" y="345232"/>
            <a:ext cx="5964202" cy="5314950"/>
          </a:xfrm>
          <a:prstGeom prst="rect">
            <a:avLst/>
          </a:prstGeom>
        </p:spPr>
      </p:pic>
      <p:sp>
        <p:nvSpPr>
          <p:cNvPr id="6" name="사각형: 모서리가 접힌 도형 5">
            <a:extLst>
              <a:ext uri="{FF2B5EF4-FFF2-40B4-BE49-F238E27FC236}">
                <a16:creationId xmlns:a16="http://schemas.microsoft.com/office/drawing/2014/main" id="{1A85EB86-B3A8-787C-9275-226303A585C3}"/>
              </a:ext>
            </a:extLst>
          </p:cNvPr>
          <p:cNvSpPr/>
          <p:nvPr/>
        </p:nvSpPr>
        <p:spPr>
          <a:xfrm>
            <a:off x="7307566" y="345232"/>
            <a:ext cx="4285719" cy="5868954"/>
          </a:xfrm>
          <a:prstGeom prst="foldedCorner">
            <a:avLst>
              <a:gd name="adj" fmla="val 387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수정사항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State, Getters, Action </a:t>
            </a:r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높이 줄임</a:t>
            </a:r>
            <a:endParaRPr lang="en-US" altLang="ko-KR" sz="1200" b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965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7A74ECA-17A0-DACB-6AE0-6C6247EED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2" y="3779595"/>
            <a:ext cx="5611008" cy="22958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6997757-C40C-66AD-AB79-6B2BB9F3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61" y="382510"/>
            <a:ext cx="4439270" cy="2829320"/>
          </a:xfrm>
          <a:prstGeom prst="rect">
            <a:avLst/>
          </a:prstGeom>
        </p:spPr>
      </p:pic>
      <p:sp>
        <p:nvSpPr>
          <p:cNvPr id="15" name="화살표: 아래로 구부러짐 14">
            <a:extLst>
              <a:ext uri="{FF2B5EF4-FFF2-40B4-BE49-F238E27FC236}">
                <a16:creationId xmlns:a16="http://schemas.microsoft.com/office/drawing/2014/main" id="{F556C10E-F49E-6679-64F0-FEE910A64004}"/>
              </a:ext>
            </a:extLst>
          </p:cNvPr>
          <p:cNvSpPr/>
          <p:nvPr/>
        </p:nvSpPr>
        <p:spPr>
          <a:xfrm rot="4014452">
            <a:off x="5486400" y="1931670"/>
            <a:ext cx="1680210" cy="120015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모서리가 접힌 도형 15">
            <a:extLst>
              <a:ext uri="{FF2B5EF4-FFF2-40B4-BE49-F238E27FC236}">
                <a16:creationId xmlns:a16="http://schemas.microsoft.com/office/drawing/2014/main" id="{6ED55A98-B26E-7863-22A0-0285D36635C9}"/>
              </a:ext>
            </a:extLst>
          </p:cNvPr>
          <p:cNvSpPr/>
          <p:nvPr/>
        </p:nvSpPr>
        <p:spPr>
          <a:xfrm>
            <a:off x="7093701" y="1669946"/>
            <a:ext cx="4499007" cy="1759054"/>
          </a:xfrm>
          <a:prstGeom prst="foldedCorner">
            <a:avLst>
              <a:gd name="adj" fmla="val 387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수정사항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State </a:t>
            </a:r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트리 모양을 </a:t>
            </a:r>
            <a:r>
              <a:rPr lang="en-US" altLang="ko-KR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Page Tree</a:t>
            </a:r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모양하고 동일하게 적용해주고</a:t>
            </a:r>
            <a:endParaRPr lang="en-US" altLang="ko-KR" sz="1200" b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State </a:t>
            </a:r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트리에서 최상위 </a:t>
            </a:r>
            <a:r>
              <a:rPr lang="en-US" altLang="ko-KR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노드를 클릭했을때 자식 목록이 편집 테이블에 표시 되어야 함</a:t>
            </a:r>
            <a:endParaRPr lang="en-US" altLang="ko-KR" sz="1200" b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altLang="ko-KR" sz="12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57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EE63DB-3065-BDA1-A3DD-EE8BF19F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9" y="297180"/>
            <a:ext cx="7135649" cy="41490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A40CE1-90FB-A954-6688-F7EE6EA6B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558" y="297180"/>
            <a:ext cx="2655402" cy="3352445"/>
          </a:xfrm>
          <a:prstGeom prst="rect">
            <a:avLst/>
          </a:prstGeom>
        </p:spPr>
      </p:pic>
      <p:sp>
        <p:nvSpPr>
          <p:cNvPr id="8" name="사각형: 모서리가 접힌 도형 7">
            <a:extLst>
              <a:ext uri="{FF2B5EF4-FFF2-40B4-BE49-F238E27FC236}">
                <a16:creationId xmlns:a16="http://schemas.microsoft.com/office/drawing/2014/main" id="{29B17203-4159-8B7F-3F1F-344C5F62BC27}"/>
              </a:ext>
            </a:extLst>
          </p:cNvPr>
          <p:cNvSpPr/>
          <p:nvPr/>
        </p:nvSpPr>
        <p:spPr>
          <a:xfrm>
            <a:off x="4942257" y="475862"/>
            <a:ext cx="4304380" cy="3303036"/>
          </a:xfrm>
          <a:prstGeom prst="foldedCorner">
            <a:avLst>
              <a:gd name="adj" fmla="val 7579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수정사항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State 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창의 변수필드는 </a:t>
            </a:r>
            <a:r>
              <a: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</a:rPr>
              <a:t>TREE</a:t>
            </a:r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모양으로 적용해줘</a:t>
            </a:r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>
              <a:solidFill>
                <a:schemeClr val="tx1"/>
              </a:solidFill>
            </a:endParaRP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state: () =&gt; ({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rows: [],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selectedRow: null,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loading: false,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  entity:{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	   id: null,</a:t>
            </a:r>
          </a:p>
          <a:p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 	   name:null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} </a:t>
            </a:r>
          </a:p>
          <a:p>
            <a:r>
              <a:rPr lang="en-US" altLang="ko-KR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 }),</a:t>
            </a:r>
          </a:p>
          <a:p>
            <a:endParaRPr lang="en-US" altLang="ko-KR"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14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417</Words>
  <Application>Microsoft Office PowerPoint</Application>
  <PresentationFormat>와이드스크린</PresentationFormat>
  <Paragraphs>172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moonchel kang</dc:creator>
  <cp:lastModifiedBy>moonchel kang</cp:lastModifiedBy>
  <cp:revision>22</cp:revision>
  <dcterms:created xsi:type="dcterms:W3CDTF">2026-06-19T00:41:41Z</dcterms:created>
  <dcterms:modified xsi:type="dcterms:W3CDTF">2026-06-22T05:17:07Z</dcterms:modified>
</cp:coreProperties>
</file>