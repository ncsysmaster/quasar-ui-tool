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56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8D45423-2514-D349-A583-8F899079A3C9}"/>
              </a:ext>
            </a:extLst>
          </p:cNvPr>
          <p:cNvSpPr/>
          <p:nvPr/>
        </p:nvSpPr>
        <p:spPr>
          <a:xfrm>
            <a:off x="231420" y="1992491"/>
            <a:ext cx="11774311" cy="3663242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B5231D-4A83-C6D6-E0FF-E869E45A0994}"/>
              </a:ext>
            </a:extLst>
          </p:cNvPr>
          <p:cNvSpPr/>
          <p:nvPr/>
        </p:nvSpPr>
        <p:spPr>
          <a:xfrm>
            <a:off x="11266311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저장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36D5ABC-CADA-165F-57BD-F9E536D4DDA3}"/>
              </a:ext>
            </a:extLst>
          </p:cNvPr>
          <p:cNvSpPr/>
          <p:nvPr/>
        </p:nvSpPr>
        <p:spPr>
          <a:xfrm>
            <a:off x="9004304" y="1639869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7B362-B044-818E-97A9-3947748637B2}"/>
              </a:ext>
            </a:extLst>
          </p:cNvPr>
          <p:cNvSpPr txBox="1"/>
          <p:nvPr/>
        </p:nvSpPr>
        <p:spPr>
          <a:xfrm>
            <a:off x="389465" y="20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0AB6B98-6372-8E66-F429-BF5ACF240EFA}"/>
              </a:ext>
            </a:extLst>
          </p:cNvPr>
          <p:cNvGrpSpPr/>
          <p:nvPr/>
        </p:nvGrpSpPr>
        <p:grpSpPr>
          <a:xfrm>
            <a:off x="1732842" y="2082802"/>
            <a:ext cx="1896534" cy="307777"/>
            <a:chOff x="1727199" y="440267"/>
            <a:chExt cx="1896534" cy="307777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0E22F01-81C2-A89B-73C1-EA4BB387DB90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03F6CBBD-2918-C2EE-3681-59D6213890F5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1467E6A-6B61-51E9-9F6D-9D94E954C650}"/>
              </a:ext>
            </a:extLst>
          </p:cNvPr>
          <p:cNvGrpSpPr/>
          <p:nvPr/>
        </p:nvGrpSpPr>
        <p:grpSpPr>
          <a:xfrm>
            <a:off x="3736619" y="2077158"/>
            <a:ext cx="1896534" cy="307777"/>
            <a:chOff x="1727199" y="440267"/>
            <a:chExt cx="1896534" cy="30777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A776079-CCA8-B4F7-4E44-297876253003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extLst>
                <a:ext uri="{FF2B5EF4-FFF2-40B4-BE49-F238E27FC236}">
                  <a16:creationId xmlns:a16="http://schemas.microsoft.com/office/drawing/2014/main" id="{7ADA2B6E-307A-CB5C-D6EB-6EB3398F4386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4FBFAF-665D-5E31-45FC-782AE39C6814}"/>
              </a:ext>
            </a:extLst>
          </p:cNvPr>
          <p:cNvSpPr txBox="1"/>
          <p:nvPr/>
        </p:nvSpPr>
        <p:spPr>
          <a:xfrm>
            <a:off x="6110110" y="20841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81E5C15A-3769-A385-F7E0-D4658DFD2DB8}"/>
              </a:ext>
            </a:extLst>
          </p:cNvPr>
          <p:cNvGrpSpPr/>
          <p:nvPr/>
        </p:nvGrpSpPr>
        <p:grpSpPr>
          <a:xfrm>
            <a:off x="7281333" y="2077158"/>
            <a:ext cx="581378" cy="279399"/>
            <a:chOff x="7343424" y="434623"/>
            <a:chExt cx="581378" cy="279399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D5323DF8-BD65-C96A-E2D5-FEBD7996B70C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E36C9933-EE6F-2885-C0E1-0A53308FAB09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C547B4A-CC42-24CA-1FCD-EE1259FBD889}"/>
              </a:ext>
            </a:extLst>
          </p:cNvPr>
          <p:cNvSpPr txBox="1"/>
          <p:nvPr/>
        </p:nvSpPr>
        <p:spPr>
          <a:xfrm>
            <a:off x="7938911" y="2058735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7E49F78-17DE-07D3-6B1D-38276F930A85}"/>
              </a:ext>
            </a:extLst>
          </p:cNvPr>
          <p:cNvGrpSpPr/>
          <p:nvPr/>
        </p:nvGrpSpPr>
        <p:grpSpPr>
          <a:xfrm>
            <a:off x="8696679" y="2064381"/>
            <a:ext cx="581378" cy="279399"/>
            <a:chOff x="7343424" y="434623"/>
            <a:chExt cx="581378" cy="279399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4D78C1A4-9CBB-963F-F395-FEE408B81CCA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E6972209-5F63-47BC-C7F7-3FECF1CD3464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72A6B91-DFFA-0D1B-61B6-2DF810B6B7F2}"/>
              </a:ext>
            </a:extLst>
          </p:cNvPr>
          <p:cNvSpPr txBox="1"/>
          <p:nvPr/>
        </p:nvSpPr>
        <p:spPr>
          <a:xfrm>
            <a:off x="9354257" y="2045958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폐강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F67C86-DE17-6988-6A10-1E38E1C69C72}"/>
              </a:ext>
            </a:extLst>
          </p:cNvPr>
          <p:cNvSpPr txBox="1"/>
          <p:nvPr/>
        </p:nvSpPr>
        <p:spPr>
          <a:xfrm>
            <a:off x="389465" y="25373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상세명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DBDA8CF-8D0A-8048-4092-7268767F80C1}"/>
              </a:ext>
            </a:extLst>
          </p:cNvPr>
          <p:cNvSpPr/>
          <p:nvPr/>
        </p:nvSpPr>
        <p:spPr>
          <a:xfrm>
            <a:off x="1732841" y="2508802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A738E94-02F8-21BA-7A74-B3EBAA7ED930}"/>
              </a:ext>
            </a:extLst>
          </p:cNvPr>
          <p:cNvSpPr/>
          <p:nvPr/>
        </p:nvSpPr>
        <p:spPr>
          <a:xfrm>
            <a:off x="10566399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수정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B29B9D-1E4A-650E-D2E6-FC2963D05246}"/>
              </a:ext>
            </a:extLst>
          </p:cNvPr>
          <p:cNvSpPr/>
          <p:nvPr/>
        </p:nvSpPr>
        <p:spPr>
          <a:xfrm>
            <a:off x="9870016" y="1631247"/>
            <a:ext cx="666045" cy="316089"/>
          </a:xfrm>
          <a:prstGeom prst="roundRect">
            <a:avLst/>
          </a:prstGeom>
          <a:solidFill>
            <a:srgbClr val="FF000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삭제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8F4DE-AB49-F36E-D273-A30C9F6880D4}"/>
              </a:ext>
            </a:extLst>
          </p:cNvPr>
          <p:cNvSpPr txBox="1"/>
          <p:nvPr/>
        </p:nvSpPr>
        <p:spPr>
          <a:xfrm>
            <a:off x="6115756" y="2526046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상세정의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EDF66817-CD69-AAC9-CEA5-51462E78A31B}"/>
              </a:ext>
            </a:extLst>
          </p:cNvPr>
          <p:cNvSpPr/>
          <p:nvPr/>
        </p:nvSpPr>
        <p:spPr>
          <a:xfrm>
            <a:off x="7275690" y="2540005"/>
            <a:ext cx="4521202" cy="1150136"/>
          </a:xfrm>
          <a:prstGeom prst="roundRect">
            <a:avLst>
              <a:gd name="adj" fmla="val 10894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ECE70D-88D3-A019-D64A-6EC6993E2A20}"/>
              </a:ext>
            </a:extLst>
          </p:cNvPr>
          <p:cNvSpPr txBox="1"/>
          <p:nvPr/>
        </p:nvSpPr>
        <p:spPr>
          <a:xfrm>
            <a:off x="395108" y="298324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DEA3AA9-F516-1DDE-18E0-336BA6685D4A}"/>
              </a:ext>
            </a:extLst>
          </p:cNvPr>
          <p:cNvSpPr/>
          <p:nvPr/>
        </p:nvSpPr>
        <p:spPr>
          <a:xfrm>
            <a:off x="1738484" y="2954716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A5A049-6A96-2672-646C-CAD9377F0027}"/>
              </a:ext>
            </a:extLst>
          </p:cNvPr>
          <p:cNvSpPr txBox="1"/>
          <p:nvPr/>
        </p:nvSpPr>
        <p:spPr>
          <a:xfrm>
            <a:off x="395108" y="340360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파일선택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C23DB39-E2EF-461A-210A-0FF5C6DC9107}"/>
              </a:ext>
            </a:extLst>
          </p:cNvPr>
          <p:cNvSpPr/>
          <p:nvPr/>
        </p:nvSpPr>
        <p:spPr>
          <a:xfrm>
            <a:off x="1738484" y="3373739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>
                <a:solidFill>
                  <a:schemeClr val="bg1">
                    <a:lumMod val="65000"/>
                  </a:schemeClr>
                </a:solidFill>
              </a:rPr>
              <a:t>선택된 파일 없음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18D15-25BC-85DC-148D-10353ED50134}"/>
              </a:ext>
            </a:extLst>
          </p:cNvPr>
          <p:cNvSpPr txBox="1"/>
          <p:nvPr/>
        </p:nvSpPr>
        <p:spPr>
          <a:xfrm>
            <a:off x="395108" y="37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상세설명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049D74B-5B23-8832-1106-507A8312B17B}"/>
              </a:ext>
            </a:extLst>
          </p:cNvPr>
          <p:cNvSpPr/>
          <p:nvPr/>
        </p:nvSpPr>
        <p:spPr>
          <a:xfrm>
            <a:off x="1727198" y="3820997"/>
            <a:ext cx="10069694" cy="1755714"/>
          </a:xfrm>
          <a:prstGeom prst="roundRect">
            <a:avLst>
              <a:gd name="adj" fmla="val 2937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F3F2F44-C1FD-FBC7-3D1C-13AC2290C1C6}"/>
              </a:ext>
            </a:extLst>
          </p:cNvPr>
          <p:cNvSpPr/>
          <p:nvPr/>
        </p:nvSpPr>
        <p:spPr>
          <a:xfrm>
            <a:off x="1731430" y="3826640"/>
            <a:ext cx="10069694" cy="335360"/>
          </a:xfrm>
          <a:prstGeom prst="roundRect">
            <a:avLst>
              <a:gd name="adj" fmla="val 10788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체" panose="02030609000101010101" pitchFamily="17" charset="-127"/>
                <a:ea typeface="바탕체" panose="02030609000101010101" pitchFamily="17" charset="-127"/>
              </a:rPr>
              <a:t>B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i="1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u="sng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U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endParaRPr lang="ko-KR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F57DF53-D65A-F6A6-6DC7-A49246F4E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20" y="3860951"/>
            <a:ext cx="1000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43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50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69241C7-093F-A92B-85E8-3D9C4D45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03" y="1029496"/>
            <a:ext cx="10325631" cy="271158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C33288-E40D-0DBC-B9A2-047E5310C0C9}"/>
              </a:ext>
            </a:extLst>
          </p:cNvPr>
          <p:cNvSpPr/>
          <p:nvPr/>
        </p:nvSpPr>
        <p:spPr>
          <a:xfrm>
            <a:off x="1964266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5B6AC5-09D6-FE4C-65E1-4814F79B13D4}"/>
              </a:ext>
            </a:extLst>
          </p:cNvPr>
          <p:cNvSpPr/>
          <p:nvPr/>
        </p:nvSpPr>
        <p:spPr>
          <a:xfrm>
            <a:off x="3350793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B6C2735-2E40-7224-F54E-6E9880DAF7D2}"/>
              </a:ext>
            </a:extLst>
          </p:cNvPr>
          <p:cNvSpPr/>
          <p:nvPr/>
        </p:nvSpPr>
        <p:spPr>
          <a:xfrm>
            <a:off x="4744857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1195EA4-004F-9838-28ED-EEF2F0A26B75}"/>
              </a:ext>
            </a:extLst>
          </p:cNvPr>
          <p:cNvSpPr/>
          <p:nvPr/>
        </p:nvSpPr>
        <p:spPr>
          <a:xfrm>
            <a:off x="6138442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C4974D-26E9-9F93-94AD-49FABD01C166}"/>
              </a:ext>
            </a:extLst>
          </p:cNvPr>
          <p:cNvSpPr/>
          <p:nvPr/>
        </p:nvSpPr>
        <p:spPr>
          <a:xfrm>
            <a:off x="7532027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4337FA-B069-79A3-8AC0-1C948A65E474}"/>
              </a:ext>
            </a:extLst>
          </p:cNvPr>
          <p:cNvSpPr/>
          <p:nvPr/>
        </p:nvSpPr>
        <p:spPr>
          <a:xfrm>
            <a:off x="8918554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F162CE7-D9A6-3CCE-0BD0-EEBCC5D30D74}"/>
              </a:ext>
            </a:extLst>
          </p:cNvPr>
          <p:cNvSpPr/>
          <p:nvPr/>
        </p:nvSpPr>
        <p:spPr>
          <a:xfrm>
            <a:off x="513081" y="122982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929C727-C559-B0EA-5975-AAF109A797AC}"/>
              </a:ext>
            </a:extLst>
          </p:cNvPr>
          <p:cNvSpPr/>
          <p:nvPr/>
        </p:nvSpPr>
        <p:spPr>
          <a:xfrm>
            <a:off x="1964266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54A3E61-45EA-87C4-C5DA-D7BD6C53429E}"/>
              </a:ext>
            </a:extLst>
          </p:cNvPr>
          <p:cNvSpPr/>
          <p:nvPr/>
        </p:nvSpPr>
        <p:spPr>
          <a:xfrm>
            <a:off x="4744857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6F3D8D-DB8C-9B1D-BBA6-95264D5D080E}"/>
              </a:ext>
            </a:extLst>
          </p:cNvPr>
          <p:cNvSpPr/>
          <p:nvPr/>
        </p:nvSpPr>
        <p:spPr>
          <a:xfrm>
            <a:off x="6138442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910FB18-55BC-B5A0-C61C-EC00848EFDB8}"/>
              </a:ext>
            </a:extLst>
          </p:cNvPr>
          <p:cNvSpPr/>
          <p:nvPr/>
        </p:nvSpPr>
        <p:spPr>
          <a:xfrm>
            <a:off x="8918554" y="167178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F04C2A-229B-C8F8-5B6C-91C13D1D9E12}"/>
              </a:ext>
            </a:extLst>
          </p:cNvPr>
          <p:cNvSpPr/>
          <p:nvPr/>
        </p:nvSpPr>
        <p:spPr>
          <a:xfrm>
            <a:off x="513081" y="167178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504E098-22D5-BD24-5631-3F7EF818B218}"/>
              </a:ext>
            </a:extLst>
          </p:cNvPr>
          <p:cNvSpPr/>
          <p:nvPr/>
        </p:nvSpPr>
        <p:spPr>
          <a:xfrm>
            <a:off x="1964266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37AB5A8-E1BF-A8C4-E6EE-2D9DE4963586}"/>
              </a:ext>
            </a:extLst>
          </p:cNvPr>
          <p:cNvSpPr/>
          <p:nvPr/>
        </p:nvSpPr>
        <p:spPr>
          <a:xfrm>
            <a:off x="3350793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3038A6D-39B3-B10D-0269-1BA07D821ADD}"/>
              </a:ext>
            </a:extLst>
          </p:cNvPr>
          <p:cNvSpPr/>
          <p:nvPr/>
        </p:nvSpPr>
        <p:spPr>
          <a:xfrm>
            <a:off x="4744857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9023CB-5068-910F-3DC5-4096932CC8BA}"/>
              </a:ext>
            </a:extLst>
          </p:cNvPr>
          <p:cNvSpPr/>
          <p:nvPr/>
        </p:nvSpPr>
        <p:spPr>
          <a:xfrm>
            <a:off x="6138442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CA7AAC-F2F0-18C6-0CA8-47CDE3094C50}"/>
              </a:ext>
            </a:extLst>
          </p:cNvPr>
          <p:cNvSpPr/>
          <p:nvPr/>
        </p:nvSpPr>
        <p:spPr>
          <a:xfrm>
            <a:off x="8918554" y="2627768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7E726F9-946F-BA87-3B9F-AD4D941DDC51}"/>
              </a:ext>
            </a:extLst>
          </p:cNvPr>
          <p:cNvSpPr/>
          <p:nvPr/>
        </p:nvSpPr>
        <p:spPr>
          <a:xfrm>
            <a:off x="513081" y="2627770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98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D28C138-2018-FFFB-A739-9B5A1B1B2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8" y="536727"/>
            <a:ext cx="2597283" cy="255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067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56</Words>
  <Application>Microsoft Office PowerPoint</Application>
  <PresentationFormat>와이드스크린</PresentationFormat>
  <Paragraphs>47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11</cp:revision>
  <dcterms:created xsi:type="dcterms:W3CDTF">2026-06-19T00:41:41Z</dcterms:created>
  <dcterms:modified xsi:type="dcterms:W3CDTF">2026-06-20T11:41:03Z</dcterms:modified>
</cp:coreProperties>
</file>