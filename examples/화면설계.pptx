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59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EC77D-9356-779E-6FA7-AB9358144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384491-440F-6015-D5EF-E01BB4576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8A1AF6-631F-8057-6EE0-6A875A50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7C404-960B-AA35-2D28-A72E59E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20270-F65E-0C2F-F035-27DA1C16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8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19675-6E41-F0A6-2662-1EF24A15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421BD-EAC2-34B6-BFBA-1AA64493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F4B7A-DAF6-F78C-2860-CB716B5D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E2EE9-5886-DF12-0B43-D04DA4E9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14F3D-350E-3CD8-6288-F2C04E32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68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C399E-CC37-961C-6B7F-55A5AD16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339B0B-9394-B465-D53A-B06E527F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31935-F68F-AC31-69CB-2E721A95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0E17D-4696-6A65-BE69-9239E8A9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33D12-E092-93E3-2084-64F90A5B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9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A6FDC-02CB-0ED2-6E94-1C26E22F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7FF9F-8CEC-9DB0-FDC6-CEE7B65E4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A5C5D-61AD-0F89-3C4C-D1C907FB3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26DF2-1828-2063-D6FC-DB698FCE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20300F-8628-C987-B8F4-FFA27A14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80683-9777-B4E3-1795-00B0D2F6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48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7048-DAA6-313D-755D-AA0964083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9868A-7425-D1F1-A293-7A9CFCD0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DBCB1B-A94B-CFEF-22E9-FA8C04C54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321AC5-8D1A-53F4-F62F-517393669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5E930F-C08E-67CF-451A-410DC4245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502C14-A1A1-76BE-133D-56E0AF35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C2248E-AB77-8B3F-36E8-992A3E5A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9B8F34-A417-5C2D-D25F-F26A8F22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11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0EFDD-64AA-D7F6-8EF6-90809541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5FDCB8-E775-83DE-DD6D-22B4728D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09C8E7-3F7F-5524-C59E-22D1101B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BF9130-660F-384B-308C-1DB4F3A2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79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7F05A0-3699-AF21-3E02-9F8943F5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F08C9F-CDC5-5604-1D36-C9372549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5D659-1539-618F-FD5B-672ABB83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EC316-7334-5967-2BB2-B54B4E6E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851C9-25F6-F38D-EF95-93FAB93F5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96960-F01C-5828-4D30-980563B2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0E651-55E6-262F-A5EE-7D3321EC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1CDBC-34AC-1743-30B6-91003482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7019B2-DA1A-F989-C7D3-C54C3416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3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CA3D9-6C78-3A50-CCC9-248EB129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3B9A0D-27E5-0B5D-49EA-0FDB556B1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4FA145-BD04-4609-86A7-AA92026CF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6D5CE-C939-8A38-3801-78CA863B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5BD6A-0A94-A9D0-87FD-83CBE038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D97F1-FFA7-4AFD-8D2D-2614D141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F0CC-7CCE-14D3-0F93-E29D16A1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654CFC-C557-E958-E5D3-73A6085CA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56A42-5960-3A6C-E772-B1B1CA3D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04913-17DB-22C9-E9F4-A03B8DA9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90394-726A-03A6-B893-D75CD865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2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6CFB14-1D21-2549-ABCE-1816D4883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1B3BE3-6B96-73B1-1B00-C7CCE703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E64E1-3A3D-1B4B-4F1B-83FAE43A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85B84-85AD-269C-3344-1459DF83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67BE9-1223-C217-0946-15CB45DB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5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3DA951-CE35-33B7-8FF7-077C2E54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4E0FE-4A0E-E088-9904-FAA978F03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88237-E509-8B62-FECA-C6F589779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A9E92-26D2-4973-9671-7F652E9E443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42B1C-DDD6-2364-70EE-9902E32A1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85A4D-B629-2D73-DECA-37E7C1AC8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2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56EC1C-BA28-4A9E-28CB-4BDD91CCED3A}"/>
              </a:ext>
            </a:extLst>
          </p:cNvPr>
          <p:cNvSpPr/>
          <p:nvPr/>
        </p:nvSpPr>
        <p:spPr>
          <a:xfrm>
            <a:off x="225777" y="349956"/>
            <a:ext cx="11774311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9FB7D1E-872E-D0D4-C010-D7388BCEFD38}"/>
              </a:ext>
            </a:extLst>
          </p:cNvPr>
          <p:cNvSpPr/>
          <p:nvPr/>
        </p:nvSpPr>
        <p:spPr>
          <a:xfrm>
            <a:off x="11232444" y="849333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검색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938F7A-6E53-FCFC-B86A-97685F439F87}"/>
              </a:ext>
            </a:extLst>
          </p:cNvPr>
          <p:cNvSpPr/>
          <p:nvPr/>
        </p:nvSpPr>
        <p:spPr>
          <a:xfrm>
            <a:off x="10397067" y="857955"/>
            <a:ext cx="790221" cy="3160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초기화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B89DD-D08D-B288-7499-D461A5327ADE}"/>
              </a:ext>
            </a:extLst>
          </p:cNvPr>
          <p:cNvSpPr txBox="1"/>
          <p:nvPr/>
        </p:nvSpPr>
        <p:spPr>
          <a:xfrm>
            <a:off x="383822" y="440267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조회분류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F8CFF8-748F-9B28-F915-E152F801C111}"/>
              </a:ext>
            </a:extLst>
          </p:cNvPr>
          <p:cNvGrpSpPr/>
          <p:nvPr/>
        </p:nvGrpSpPr>
        <p:grpSpPr>
          <a:xfrm>
            <a:off x="1727199" y="440267"/>
            <a:ext cx="1896534" cy="307777"/>
            <a:chOff x="1727199" y="440267"/>
            <a:chExt cx="1896534" cy="30777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EBDDD28-F49D-C3D5-F5D3-E34B2240087D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1A750F0A-1FBD-32F3-8015-079E138EC2F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BC9450-2DD3-AE3C-F71D-A14BCFF3FF22}"/>
              </a:ext>
            </a:extLst>
          </p:cNvPr>
          <p:cNvGrpSpPr/>
          <p:nvPr/>
        </p:nvGrpSpPr>
        <p:grpSpPr>
          <a:xfrm>
            <a:off x="3730976" y="434623"/>
            <a:ext cx="1896534" cy="307777"/>
            <a:chOff x="1727199" y="440267"/>
            <a:chExt cx="1896534" cy="30777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A38166F-12D2-FA72-B88E-ACE142C07117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94CFA7E7-C950-89EC-C8BE-224B82FA0A0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712C00C-9E1B-0A78-E79E-4C5439F6E870}"/>
              </a:ext>
            </a:extLst>
          </p:cNvPr>
          <p:cNvSpPr txBox="1"/>
          <p:nvPr/>
        </p:nvSpPr>
        <p:spPr>
          <a:xfrm>
            <a:off x="6104467" y="4416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조회구분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33728A1-5ED5-F66A-1ACE-F22B6D41D9FD}"/>
              </a:ext>
            </a:extLst>
          </p:cNvPr>
          <p:cNvGrpSpPr/>
          <p:nvPr/>
        </p:nvGrpSpPr>
        <p:grpSpPr>
          <a:xfrm>
            <a:off x="7275690" y="434623"/>
            <a:ext cx="581378" cy="279399"/>
            <a:chOff x="7343424" y="434623"/>
            <a:chExt cx="581378" cy="27939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C496EAA-35F9-BED2-FFFD-203D61B8F832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6E62772-75AC-4A97-C3C2-23508731119B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F9776F-8EC6-6669-CA7C-FCB16C4BD1A7}"/>
              </a:ext>
            </a:extLst>
          </p:cNvPr>
          <p:cNvSpPr txBox="1"/>
          <p:nvPr/>
        </p:nvSpPr>
        <p:spPr>
          <a:xfrm>
            <a:off x="7865534" y="416200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필수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0837EE4-BD9F-1CF7-627D-FB8DF62247C7}"/>
              </a:ext>
            </a:extLst>
          </p:cNvPr>
          <p:cNvGrpSpPr/>
          <p:nvPr/>
        </p:nvGrpSpPr>
        <p:grpSpPr>
          <a:xfrm>
            <a:off x="8691036" y="421846"/>
            <a:ext cx="581378" cy="279399"/>
            <a:chOff x="7343424" y="434623"/>
            <a:chExt cx="581378" cy="279399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FD193A8-2363-8B16-FB54-546D6D407E2F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66F2ACD-FDE0-6F06-CC9B-07D6E8DE8200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B4B9797-D0FA-417F-9830-BA3F05AC08E9}"/>
              </a:ext>
            </a:extLst>
          </p:cNvPr>
          <p:cNvSpPr txBox="1"/>
          <p:nvPr/>
        </p:nvSpPr>
        <p:spPr>
          <a:xfrm>
            <a:off x="9292169" y="403423"/>
            <a:ext cx="958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사용여부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E213CD-AAFF-2547-6547-7F506E60C9AC}"/>
              </a:ext>
            </a:extLst>
          </p:cNvPr>
          <p:cNvSpPr txBox="1"/>
          <p:nvPr/>
        </p:nvSpPr>
        <p:spPr>
          <a:xfrm>
            <a:off x="383822" y="8948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조회명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1609B92-FFEE-DF71-BD13-021D33613B64}"/>
              </a:ext>
            </a:extLst>
          </p:cNvPr>
          <p:cNvSpPr/>
          <p:nvPr/>
        </p:nvSpPr>
        <p:spPr>
          <a:xfrm>
            <a:off x="1727198" y="866267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8D45423-2514-D349-A583-8F899079A3C9}"/>
              </a:ext>
            </a:extLst>
          </p:cNvPr>
          <p:cNvSpPr/>
          <p:nvPr/>
        </p:nvSpPr>
        <p:spPr>
          <a:xfrm>
            <a:off x="231420" y="1992491"/>
            <a:ext cx="11774311" cy="3663242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1B5231D-4A83-C6D6-E0FF-E869E45A0994}"/>
              </a:ext>
            </a:extLst>
          </p:cNvPr>
          <p:cNvSpPr/>
          <p:nvPr/>
        </p:nvSpPr>
        <p:spPr>
          <a:xfrm>
            <a:off x="11266311" y="1631247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저장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36D5ABC-CADA-165F-57BD-F9E536D4DDA3}"/>
              </a:ext>
            </a:extLst>
          </p:cNvPr>
          <p:cNvSpPr/>
          <p:nvPr/>
        </p:nvSpPr>
        <p:spPr>
          <a:xfrm>
            <a:off x="9004304" y="1639869"/>
            <a:ext cx="790221" cy="3160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초기화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7B362-B044-818E-97A9-3947748637B2}"/>
              </a:ext>
            </a:extLst>
          </p:cNvPr>
          <p:cNvSpPr txBox="1"/>
          <p:nvPr/>
        </p:nvSpPr>
        <p:spPr>
          <a:xfrm>
            <a:off x="389465" y="2082802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상세분류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0AB6B98-6372-8E66-F429-BF5ACF240EFA}"/>
              </a:ext>
            </a:extLst>
          </p:cNvPr>
          <p:cNvGrpSpPr/>
          <p:nvPr/>
        </p:nvGrpSpPr>
        <p:grpSpPr>
          <a:xfrm>
            <a:off x="1732842" y="2082802"/>
            <a:ext cx="1896534" cy="307777"/>
            <a:chOff x="1727199" y="440267"/>
            <a:chExt cx="1896534" cy="307777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A0E22F01-81C2-A89B-73C1-EA4BB387DB90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03F6CBBD-2918-C2EE-3681-59D6213890F5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1467E6A-6B61-51E9-9F6D-9D94E954C650}"/>
              </a:ext>
            </a:extLst>
          </p:cNvPr>
          <p:cNvGrpSpPr/>
          <p:nvPr/>
        </p:nvGrpSpPr>
        <p:grpSpPr>
          <a:xfrm>
            <a:off x="3736619" y="2077158"/>
            <a:ext cx="1896534" cy="307777"/>
            <a:chOff x="1727199" y="440267"/>
            <a:chExt cx="1896534" cy="30777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A776079-CCA8-B4F7-4E44-297876253003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7ADA2B6E-307A-CB5C-D6EB-6EB3398F4386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E4FBFAF-665D-5E31-45FC-782AE39C6814}"/>
              </a:ext>
            </a:extLst>
          </p:cNvPr>
          <p:cNvSpPr txBox="1"/>
          <p:nvPr/>
        </p:nvSpPr>
        <p:spPr>
          <a:xfrm>
            <a:off x="6110110" y="208413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구분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1E5C15A-3769-A385-F7E0-D4658DFD2DB8}"/>
              </a:ext>
            </a:extLst>
          </p:cNvPr>
          <p:cNvGrpSpPr/>
          <p:nvPr/>
        </p:nvGrpSpPr>
        <p:grpSpPr>
          <a:xfrm>
            <a:off x="7281333" y="2077158"/>
            <a:ext cx="581378" cy="279399"/>
            <a:chOff x="7343424" y="434623"/>
            <a:chExt cx="581378" cy="27939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5323DF8-BD65-C96A-E2D5-FEBD7996B70C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36C9933-EE6F-2885-C0E1-0A53308FAB09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C547B4A-CC42-24CA-1FCD-EE1259FBD889}"/>
              </a:ext>
            </a:extLst>
          </p:cNvPr>
          <p:cNvSpPr txBox="1"/>
          <p:nvPr/>
        </p:nvSpPr>
        <p:spPr>
          <a:xfrm>
            <a:off x="7938911" y="2058735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필수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7E49F78-17DE-07D3-6B1D-38276F930A85}"/>
              </a:ext>
            </a:extLst>
          </p:cNvPr>
          <p:cNvGrpSpPr/>
          <p:nvPr/>
        </p:nvGrpSpPr>
        <p:grpSpPr>
          <a:xfrm>
            <a:off x="8696679" y="2064381"/>
            <a:ext cx="581378" cy="279399"/>
            <a:chOff x="7343424" y="434623"/>
            <a:chExt cx="581378" cy="27939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4D78C1A4-9CBB-963F-F395-FEE408B81CCA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6972209-5F63-47BC-C7F7-3FECF1CD3464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72A6B91-DFFA-0D1B-61B6-2DF810B6B7F2}"/>
              </a:ext>
            </a:extLst>
          </p:cNvPr>
          <p:cNvSpPr txBox="1"/>
          <p:nvPr/>
        </p:nvSpPr>
        <p:spPr>
          <a:xfrm>
            <a:off x="9354257" y="2045958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폐강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67C86-DE17-6988-6A10-1E38E1C69C72}"/>
              </a:ext>
            </a:extLst>
          </p:cNvPr>
          <p:cNvSpPr txBox="1"/>
          <p:nvPr/>
        </p:nvSpPr>
        <p:spPr>
          <a:xfrm>
            <a:off x="389465" y="253733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상세명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DBDA8CF-8D0A-8048-4092-7268767F80C1}"/>
              </a:ext>
            </a:extLst>
          </p:cNvPr>
          <p:cNvSpPr/>
          <p:nvPr/>
        </p:nvSpPr>
        <p:spPr>
          <a:xfrm>
            <a:off x="1732841" y="2508802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A738E94-02F8-21BA-7A74-B3EBAA7ED930}"/>
              </a:ext>
            </a:extLst>
          </p:cNvPr>
          <p:cNvSpPr/>
          <p:nvPr/>
        </p:nvSpPr>
        <p:spPr>
          <a:xfrm>
            <a:off x="10566399" y="1631247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수정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EB29B9D-1E4A-650E-D2E6-FC2963D05246}"/>
              </a:ext>
            </a:extLst>
          </p:cNvPr>
          <p:cNvSpPr/>
          <p:nvPr/>
        </p:nvSpPr>
        <p:spPr>
          <a:xfrm>
            <a:off x="9870016" y="1631247"/>
            <a:ext cx="666045" cy="316089"/>
          </a:xfrm>
          <a:prstGeom prst="roundRect">
            <a:avLst/>
          </a:prstGeom>
          <a:solidFill>
            <a:srgbClr val="FF000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삭제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58F4DE-AB49-F36E-D273-A30C9F6880D4}"/>
              </a:ext>
            </a:extLst>
          </p:cNvPr>
          <p:cNvSpPr txBox="1"/>
          <p:nvPr/>
        </p:nvSpPr>
        <p:spPr>
          <a:xfrm>
            <a:off x="6115756" y="2526046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상세정의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DF66817-CD69-AAC9-CEA5-51462E78A31B}"/>
              </a:ext>
            </a:extLst>
          </p:cNvPr>
          <p:cNvSpPr/>
          <p:nvPr/>
        </p:nvSpPr>
        <p:spPr>
          <a:xfrm>
            <a:off x="7275690" y="2540005"/>
            <a:ext cx="4521202" cy="1150136"/>
          </a:xfrm>
          <a:prstGeom prst="roundRect">
            <a:avLst>
              <a:gd name="adj" fmla="val 10894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ECE70D-88D3-A019-D64A-6EC6993E2A20}"/>
              </a:ext>
            </a:extLst>
          </p:cNvPr>
          <p:cNvSpPr txBox="1"/>
          <p:nvPr/>
        </p:nvSpPr>
        <p:spPr>
          <a:xfrm>
            <a:off x="395108" y="2983249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DEA3AA9-F516-1DDE-18E0-336BA6685D4A}"/>
              </a:ext>
            </a:extLst>
          </p:cNvPr>
          <p:cNvSpPr/>
          <p:nvPr/>
        </p:nvSpPr>
        <p:spPr>
          <a:xfrm>
            <a:off x="1738484" y="2954716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A5A049-6A96-2672-646C-CAD9377F0027}"/>
              </a:ext>
            </a:extLst>
          </p:cNvPr>
          <p:cNvSpPr txBox="1"/>
          <p:nvPr/>
        </p:nvSpPr>
        <p:spPr>
          <a:xfrm>
            <a:off x="395108" y="3403604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파일선택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C23DB39-E2EF-461A-210A-0FF5C6DC9107}"/>
              </a:ext>
            </a:extLst>
          </p:cNvPr>
          <p:cNvSpPr/>
          <p:nvPr/>
        </p:nvSpPr>
        <p:spPr>
          <a:xfrm>
            <a:off x="1738484" y="3373739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bg1">
                    <a:lumMod val="65000"/>
                  </a:schemeClr>
                </a:solidFill>
              </a:rPr>
              <a:t>선택된 파일 없음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B18D15-25BC-85DC-148D-10353ED50134}"/>
              </a:ext>
            </a:extLst>
          </p:cNvPr>
          <p:cNvSpPr txBox="1"/>
          <p:nvPr/>
        </p:nvSpPr>
        <p:spPr>
          <a:xfrm>
            <a:off x="395108" y="3782802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상세설명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049D74B-5B23-8832-1106-507A8312B17B}"/>
              </a:ext>
            </a:extLst>
          </p:cNvPr>
          <p:cNvSpPr/>
          <p:nvPr/>
        </p:nvSpPr>
        <p:spPr>
          <a:xfrm>
            <a:off x="1727198" y="3820997"/>
            <a:ext cx="10069694" cy="1755714"/>
          </a:xfrm>
          <a:prstGeom prst="roundRect">
            <a:avLst>
              <a:gd name="adj" fmla="val 293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F3F2F44-C1FD-FBC7-3D1C-13AC2290C1C6}"/>
              </a:ext>
            </a:extLst>
          </p:cNvPr>
          <p:cNvSpPr/>
          <p:nvPr/>
        </p:nvSpPr>
        <p:spPr>
          <a:xfrm>
            <a:off x="1731430" y="3826640"/>
            <a:ext cx="10069694" cy="335360"/>
          </a:xfrm>
          <a:prstGeom prst="roundRect">
            <a:avLst>
              <a:gd name="adj" fmla="val 10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바탕체" panose="02030609000101010101" pitchFamily="17" charset="-127"/>
                <a:ea typeface="바탕체" panose="02030609000101010101" pitchFamily="17" charset="-127"/>
              </a:rPr>
              <a:t>B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en-US" altLang="ko-KR" sz="1600" i="1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I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en-US" altLang="ko-KR" sz="1600" u="sng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U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endParaRPr lang="ko-KR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F57DF53-D65A-F6A6-6DC7-A49246F4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220" y="3860951"/>
            <a:ext cx="100026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3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56EC1C-BA28-4A9E-28CB-4BDD91CCED3A}"/>
              </a:ext>
            </a:extLst>
          </p:cNvPr>
          <p:cNvSpPr/>
          <p:nvPr/>
        </p:nvSpPr>
        <p:spPr>
          <a:xfrm>
            <a:off x="225777" y="349956"/>
            <a:ext cx="11774311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9FB7D1E-872E-D0D4-C010-D7388BCEFD38}"/>
              </a:ext>
            </a:extLst>
          </p:cNvPr>
          <p:cNvSpPr/>
          <p:nvPr/>
        </p:nvSpPr>
        <p:spPr>
          <a:xfrm>
            <a:off x="11232444" y="849333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검색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938F7A-6E53-FCFC-B86A-97685F439F87}"/>
              </a:ext>
            </a:extLst>
          </p:cNvPr>
          <p:cNvSpPr/>
          <p:nvPr/>
        </p:nvSpPr>
        <p:spPr>
          <a:xfrm>
            <a:off x="10397067" y="857955"/>
            <a:ext cx="790221" cy="3160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초기화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B89DD-D08D-B288-7499-D461A5327ADE}"/>
              </a:ext>
            </a:extLst>
          </p:cNvPr>
          <p:cNvSpPr txBox="1"/>
          <p:nvPr/>
        </p:nvSpPr>
        <p:spPr>
          <a:xfrm>
            <a:off x="383822" y="440267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조회분류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F8CFF8-748F-9B28-F915-E152F801C111}"/>
              </a:ext>
            </a:extLst>
          </p:cNvPr>
          <p:cNvGrpSpPr/>
          <p:nvPr/>
        </p:nvGrpSpPr>
        <p:grpSpPr>
          <a:xfrm>
            <a:off x="1727199" y="440267"/>
            <a:ext cx="1896534" cy="307777"/>
            <a:chOff x="1727199" y="440267"/>
            <a:chExt cx="1896534" cy="30777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EBDDD28-F49D-C3D5-F5D3-E34B2240087D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1A750F0A-1FBD-32F3-8015-079E138EC2F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BC9450-2DD3-AE3C-F71D-A14BCFF3FF22}"/>
              </a:ext>
            </a:extLst>
          </p:cNvPr>
          <p:cNvGrpSpPr/>
          <p:nvPr/>
        </p:nvGrpSpPr>
        <p:grpSpPr>
          <a:xfrm>
            <a:off x="3730976" y="434623"/>
            <a:ext cx="1896534" cy="307777"/>
            <a:chOff x="1727199" y="440267"/>
            <a:chExt cx="1896534" cy="30777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A38166F-12D2-FA72-B88E-ACE142C07117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94CFA7E7-C950-89EC-C8BE-224B82FA0A0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712C00C-9E1B-0A78-E79E-4C5439F6E870}"/>
              </a:ext>
            </a:extLst>
          </p:cNvPr>
          <p:cNvSpPr txBox="1"/>
          <p:nvPr/>
        </p:nvSpPr>
        <p:spPr>
          <a:xfrm>
            <a:off x="6104467" y="4416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조회구분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33728A1-5ED5-F66A-1ACE-F22B6D41D9FD}"/>
              </a:ext>
            </a:extLst>
          </p:cNvPr>
          <p:cNvGrpSpPr/>
          <p:nvPr/>
        </p:nvGrpSpPr>
        <p:grpSpPr>
          <a:xfrm>
            <a:off x="7275690" y="434623"/>
            <a:ext cx="581378" cy="279399"/>
            <a:chOff x="7343424" y="434623"/>
            <a:chExt cx="581378" cy="27939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C496EAA-35F9-BED2-FFFD-203D61B8F832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6E62772-75AC-4A97-C3C2-23508731119B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F9776F-8EC6-6669-CA7C-FCB16C4BD1A7}"/>
              </a:ext>
            </a:extLst>
          </p:cNvPr>
          <p:cNvSpPr txBox="1"/>
          <p:nvPr/>
        </p:nvSpPr>
        <p:spPr>
          <a:xfrm>
            <a:off x="7865534" y="416200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필수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0837EE4-BD9F-1CF7-627D-FB8DF62247C7}"/>
              </a:ext>
            </a:extLst>
          </p:cNvPr>
          <p:cNvGrpSpPr/>
          <p:nvPr/>
        </p:nvGrpSpPr>
        <p:grpSpPr>
          <a:xfrm>
            <a:off x="8691036" y="421846"/>
            <a:ext cx="581378" cy="279399"/>
            <a:chOff x="7343424" y="434623"/>
            <a:chExt cx="581378" cy="279399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FD193A8-2363-8B16-FB54-546D6D407E2F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66F2ACD-FDE0-6F06-CC9B-07D6E8DE8200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B4B9797-D0FA-417F-9830-BA3F05AC08E9}"/>
              </a:ext>
            </a:extLst>
          </p:cNvPr>
          <p:cNvSpPr txBox="1"/>
          <p:nvPr/>
        </p:nvSpPr>
        <p:spPr>
          <a:xfrm>
            <a:off x="9292169" y="403423"/>
            <a:ext cx="958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사용여부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E213CD-AAFF-2547-6547-7F506E60C9AC}"/>
              </a:ext>
            </a:extLst>
          </p:cNvPr>
          <p:cNvSpPr txBox="1"/>
          <p:nvPr/>
        </p:nvSpPr>
        <p:spPr>
          <a:xfrm>
            <a:off x="383822" y="8948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조회명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1609B92-FFEE-DF71-BD13-021D33613B64}"/>
              </a:ext>
            </a:extLst>
          </p:cNvPr>
          <p:cNvSpPr/>
          <p:nvPr/>
        </p:nvSpPr>
        <p:spPr>
          <a:xfrm>
            <a:off x="1727198" y="866267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0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9241C7-093F-A92B-85E8-3D9C4D45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03" y="1029496"/>
            <a:ext cx="10325631" cy="2711589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C33288-E40D-0DBC-B9A2-047E5310C0C9}"/>
              </a:ext>
            </a:extLst>
          </p:cNvPr>
          <p:cNvSpPr/>
          <p:nvPr/>
        </p:nvSpPr>
        <p:spPr>
          <a:xfrm>
            <a:off x="1964266" y="122982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85B6AC5-09D6-FE4C-65E1-4814F79B13D4}"/>
              </a:ext>
            </a:extLst>
          </p:cNvPr>
          <p:cNvSpPr/>
          <p:nvPr/>
        </p:nvSpPr>
        <p:spPr>
          <a:xfrm>
            <a:off x="3350793" y="122982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B6C2735-2E40-7224-F54E-6E9880DAF7D2}"/>
              </a:ext>
            </a:extLst>
          </p:cNvPr>
          <p:cNvSpPr/>
          <p:nvPr/>
        </p:nvSpPr>
        <p:spPr>
          <a:xfrm>
            <a:off x="4744857" y="122982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1195EA4-004F-9838-28ED-EEF2F0A26B75}"/>
              </a:ext>
            </a:extLst>
          </p:cNvPr>
          <p:cNvSpPr/>
          <p:nvPr/>
        </p:nvSpPr>
        <p:spPr>
          <a:xfrm>
            <a:off x="6138442" y="122982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C4974D-26E9-9F93-94AD-49FABD01C166}"/>
              </a:ext>
            </a:extLst>
          </p:cNvPr>
          <p:cNvSpPr/>
          <p:nvPr/>
        </p:nvSpPr>
        <p:spPr>
          <a:xfrm>
            <a:off x="7532027" y="1229821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04337FA-B069-79A3-8AC0-1C948A65E474}"/>
              </a:ext>
            </a:extLst>
          </p:cNvPr>
          <p:cNvSpPr/>
          <p:nvPr/>
        </p:nvSpPr>
        <p:spPr>
          <a:xfrm>
            <a:off x="8918554" y="1229821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F162CE7-D9A6-3CCE-0BD0-EEBCC5D30D74}"/>
              </a:ext>
            </a:extLst>
          </p:cNvPr>
          <p:cNvSpPr/>
          <p:nvPr/>
        </p:nvSpPr>
        <p:spPr>
          <a:xfrm>
            <a:off x="513081" y="1229823"/>
            <a:ext cx="286948" cy="1248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col-12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929C727-C559-B0EA-5975-AAF109A797AC}"/>
              </a:ext>
            </a:extLst>
          </p:cNvPr>
          <p:cNvSpPr/>
          <p:nvPr/>
        </p:nvSpPr>
        <p:spPr>
          <a:xfrm>
            <a:off x="1964266" y="167178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54A3E61-45EA-87C4-C5DA-D7BD6C53429E}"/>
              </a:ext>
            </a:extLst>
          </p:cNvPr>
          <p:cNvSpPr/>
          <p:nvPr/>
        </p:nvSpPr>
        <p:spPr>
          <a:xfrm>
            <a:off x="4744857" y="167178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col-4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6F3D8D-DB8C-9B1D-BBA6-95264D5D080E}"/>
              </a:ext>
            </a:extLst>
          </p:cNvPr>
          <p:cNvSpPr/>
          <p:nvPr/>
        </p:nvSpPr>
        <p:spPr>
          <a:xfrm>
            <a:off x="6138442" y="1671782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910FB18-55BC-B5A0-C61C-EC00848EFDB8}"/>
              </a:ext>
            </a:extLst>
          </p:cNvPr>
          <p:cNvSpPr/>
          <p:nvPr/>
        </p:nvSpPr>
        <p:spPr>
          <a:xfrm>
            <a:off x="8918554" y="1671781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col-4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1F04C2A-229B-C8F8-5B6C-91C13D1D9E12}"/>
              </a:ext>
            </a:extLst>
          </p:cNvPr>
          <p:cNvSpPr/>
          <p:nvPr/>
        </p:nvSpPr>
        <p:spPr>
          <a:xfrm>
            <a:off x="513081" y="1671783"/>
            <a:ext cx="286948" cy="1248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col-12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504E098-22D5-BD24-5631-3F7EF818B218}"/>
              </a:ext>
            </a:extLst>
          </p:cNvPr>
          <p:cNvSpPr/>
          <p:nvPr/>
        </p:nvSpPr>
        <p:spPr>
          <a:xfrm>
            <a:off x="1964266" y="2627769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37AB5A8-E1BF-A8C4-E6EE-2D9DE4963586}"/>
              </a:ext>
            </a:extLst>
          </p:cNvPr>
          <p:cNvSpPr/>
          <p:nvPr/>
        </p:nvSpPr>
        <p:spPr>
          <a:xfrm>
            <a:off x="3350793" y="2627769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3038A6D-39B3-B10D-0269-1BA07D821ADD}"/>
              </a:ext>
            </a:extLst>
          </p:cNvPr>
          <p:cNvSpPr/>
          <p:nvPr/>
        </p:nvSpPr>
        <p:spPr>
          <a:xfrm>
            <a:off x="4744857" y="2627769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59023CB-5068-910F-3DC5-4096932CC8BA}"/>
              </a:ext>
            </a:extLst>
          </p:cNvPr>
          <p:cNvSpPr/>
          <p:nvPr/>
        </p:nvSpPr>
        <p:spPr>
          <a:xfrm>
            <a:off x="6138442" y="2627769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2CA7AAC-F2F0-18C6-0CA8-47CDE3094C50}"/>
              </a:ext>
            </a:extLst>
          </p:cNvPr>
          <p:cNvSpPr/>
          <p:nvPr/>
        </p:nvSpPr>
        <p:spPr>
          <a:xfrm>
            <a:off x="8918554" y="2627768"/>
            <a:ext cx="222289" cy="124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col-4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7E726F9-946F-BA87-3B9F-AD4D941DDC51}"/>
              </a:ext>
            </a:extLst>
          </p:cNvPr>
          <p:cNvSpPr/>
          <p:nvPr/>
        </p:nvSpPr>
        <p:spPr>
          <a:xfrm>
            <a:off x="513081" y="2627770"/>
            <a:ext cx="286948" cy="1248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>
                <a:solidFill>
                  <a:schemeClr val="tx1">
                    <a:lumMod val="65000"/>
                    <a:lumOff val="35000"/>
                  </a:schemeClr>
                </a:solidFill>
              </a:rPr>
              <a:t>col-12</a:t>
            </a:r>
            <a:endParaRPr lang="ko-KR" altLang="en-US" sz="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8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E9A215-5D0A-55E2-3EBB-9805EAEFC01B}"/>
              </a:ext>
            </a:extLst>
          </p:cNvPr>
          <p:cNvSpPr/>
          <p:nvPr/>
        </p:nvSpPr>
        <p:spPr>
          <a:xfrm>
            <a:off x="271497" y="831117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7D9D-25C3-357F-7076-39ED593CD750}"/>
              </a:ext>
            </a:extLst>
          </p:cNvPr>
          <p:cNvSpPr txBox="1"/>
          <p:nvPr/>
        </p:nvSpPr>
        <p:spPr>
          <a:xfrm>
            <a:off x="429541" y="92142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Name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4D24F-E4A1-6D8E-5D2D-3FBB3BD1E6DA}"/>
              </a:ext>
            </a:extLst>
          </p:cNvPr>
          <p:cNvSpPr txBox="1"/>
          <p:nvPr/>
        </p:nvSpPr>
        <p:spPr>
          <a:xfrm>
            <a:off x="429541" y="1375961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ID</a:t>
            </a:r>
            <a:endParaRPr lang="ko-KR" altLang="en-US" sz="14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43152C9-7D83-1EAA-D710-3C2C82375ADF}"/>
              </a:ext>
            </a:extLst>
          </p:cNvPr>
          <p:cNvSpPr/>
          <p:nvPr/>
        </p:nvSpPr>
        <p:spPr>
          <a:xfrm>
            <a:off x="1772918" y="1347428"/>
            <a:ext cx="3285916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D5F314-BC68-99A6-9225-41CDD4AA8B7D}"/>
              </a:ext>
            </a:extLst>
          </p:cNvPr>
          <p:cNvSpPr txBox="1"/>
          <p:nvPr/>
        </p:nvSpPr>
        <p:spPr>
          <a:xfrm>
            <a:off x="412173" y="466895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Pinia Store</a:t>
            </a:r>
            <a:endParaRPr lang="ko-KR" altLang="en-US" sz="1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36979D-D314-03BF-A537-9664491FA6D7}"/>
              </a:ext>
            </a:extLst>
          </p:cNvPr>
          <p:cNvSpPr/>
          <p:nvPr/>
        </p:nvSpPr>
        <p:spPr>
          <a:xfrm>
            <a:off x="1772916" y="960814"/>
            <a:ext cx="3285917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079287-A496-20A4-CD1B-124FED0F0CF5}"/>
              </a:ext>
            </a:extLst>
          </p:cNvPr>
          <p:cNvSpPr/>
          <p:nvPr/>
        </p:nvSpPr>
        <p:spPr>
          <a:xfrm>
            <a:off x="317025" y="509384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3607F5-E998-89C6-A004-F2C1AD513F67}"/>
              </a:ext>
            </a:extLst>
          </p:cNvPr>
          <p:cNvSpPr/>
          <p:nvPr/>
        </p:nvSpPr>
        <p:spPr>
          <a:xfrm>
            <a:off x="271497" y="2160509"/>
            <a:ext cx="4911837" cy="1943391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8D50A2-DB0C-A86A-8065-E33E1B84BB3A}"/>
              </a:ext>
            </a:extLst>
          </p:cNvPr>
          <p:cNvSpPr txBox="1"/>
          <p:nvPr/>
        </p:nvSpPr>
        <p:spPr>
          <a:xfrm>
            <a:off x="412173" y="1796288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28610F4-B61F-7DC5-0FCF-7F0120DC1140}"/>
              </a:ext>
            </a:extLst>
          </p:cNvPr>
          <p:cNvSpPr/>
          <p:nvPr/>
        </p:nvSpPr>
        <p:spPr>
          <a:xfrm>
            <a:off x="317025" y="1838777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10ED8E7-FBC8-0AC1-A3C9-F65B4733755C}"/>
              </a:ext>
            </a:extLst>
          </p:cNvPr>
          <p:cNvSpPr/>
          <p:nvPr/>
        </p:nvSpPr>
        <p:spPr>
          <a:xfrm>
            <a:off x="271497" y="455843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42B6EF-DEFF-D41B-5D44-D01680ADA447}"/>
              </a:ext>
            </a:extLst>
          </p:cNvPr>
          <p:cNvSpPr txBox="1"/>
          <p:nvPr/>
        </p:nvSpPr>
        <p:spPr>
          <a:xfrm>
            <a:off x="569528" y="4686157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 </a:t>
            </a:r>
            <a:r>
              <a:rPr lang="ko-KR" altLang="en-US" sz="1400"/>
              <a:t>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9D098E-D7B1-60DB-51E3-D3A83488CBEE}"/>
              </a:ext>
            </a:extLst>
          </p:cNvPr>
          <p:cNvSpPr txBox="1"/>
          <p:nvPr/>
        </p:nvSpPr>
        <p:spPr>
          <a:xfrm>
            <a:off x="2797334" y="464582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Return </a:t>
            </a:r>
            <a:r>
              <a:rPr lang="ko-KR" altLang="en-US" sz="1400"/>
              <a:t>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D2B06AC-53F2-D2DB-B869-AD7178163773}"/>
              </a:ext>
            </a:extLst>
          </p:cNvPr>
          <p:cNvSpPr/>
          <p:nvPr/>
        </p:nvSpPr>
        <p:spPr>
          <a:xfrm>
            <a:off x="1965958" y="5052356"/>
            <a:ext cx="2687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state.rows.length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85CF73-FE57-2494-8036-AECFF55D17A0}"/>
              </a:ext>
            </a:extLst>
          </p:cNvPr>
          <p:cNvSpPr txBox="1"/>
          <p:nvPr/>
        </p:nvSpPr>
        <p:spPr>
          <a:xfrm>
            <a:off x="412173" y="419421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Getters</a:t>
            </a:r>
            <a:endParaRPr lang="ko-KR" altLang="en-US" sz="140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C1D4AA-BD1E-99C3-CD4D-C5711AE5320D}"/>
              </a:ext>
            </a:extLst>
          </p:cNvPr>
          <p:cNvSpPr/>
          <p:nvPr/>
        </p:nvSpPr>
        <p:spPr>
          <a:xfrm>
            <a:off x="429541" y="5047619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rowCount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7AD911-D3F0-2F6B-4C98-D2FF12E86195}"/>
              </a:ext>
            </a:extLst>
          </p:cNvPr>
          <p:cNvSpPr/>
          <p:nvPr/>
        </p:nvSpPr>
        <p:spPr>
          <a:xfrm>
            <a:off x="317025" y="423670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DA14FD7-1422-9351-8256-58734870775A}"/>
              </a:ext>
            </a:extLst>
          </p:cNvPr>
          <p:cNvSpPr/>
          <p:nvPr/>
        </p:nvSpPr>
        <p:spPr>
          <a:xfrm>
            <a:off x="271497" y="5868763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9BC2C-51CC-7746-8F37-883FA8110360}"/>
              </a:ext>
            </a:extLst>
          </p:cNvPr>
          <p:cNvSpPr txBox="1"/>
          <p:nvPr/>
        </p:nvSpPr>
        <p:spPr>
          <a:xfrm>
            <a:off x="412173" y="5504541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</a:t>
            </a:r>
            <a:endParaRPr lang="ko-KR" altLang="en-US" sz="140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FA3AE6-7724-2319-5662-49FD32B10F98}"/>
              </a:ext>
            </a:extLst>
          </p:cNvPr>
          <p:cNvSpPr/>
          <p:nvPr/>
        </p:nvSpPr>
        <p:spPr>
          <a:xfrm>
            <a:off x="317025" y="5547030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48BA778-1E22-5AD9-2AD3-B7BADCEFF4D4}"/>
              </a:ext>
            </a:extLst>
          </p:cNvPr>
          <p:cNvSpPr/>
          <p:nvPr/>
        </p:nvSpPr>
        <p:spPr>
          <a:xfrm>
            <a:off x="5652272" y="604048"/>
            <a:ext cx="5700892" cy="4956937"/>
          </a:xfrm>
          <a:prstGeom prst="roundRect">
            <a:avLst>
              <a:gd name="adj" fmla="val 186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EC1F98-CE5D-7942-27CA-D1336879BE76}"/>
              </a:ext>
            </a:extLst>
          </p:cNvPr>
          <p:cNvSpPr/>
          <p:nvPr/>
        </p:nvSpPr>
        <p:spPr>
          <a:xfrm>
            <a:off x="4517289" y="4263402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E9692A-B8E6-4798-0D04-E4A8D66CE4C7}"/>
              </a:ext>
            </a:extLst>
          </p:cNvPr>
          <p:cNvSpPr/>
          <p:nvPr/>
        </p:nvSpPr>
        <p:spPr>
          <a:xfrm>
            <a:off x="4517289" y="5551461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E553B2-FA26-72B4-973F-AE06BCB9F17D}"/>
              </a:ext>
            </a:extLst>
          </p:cNvPr>
          <p:cNvSpPr txBox="1"/>
          <p:nvPr/>
        </p:nvSpPr>
        <p:spPr>
          <a:xfrm>
            <a:off x="376779" y="2209459"/>
            <a:ext cx="697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State</a:t>
            </a:r>
            <a:endParaRPr lang="ko-KR" altLang="en-US" sz="105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C10CCF0-1B6E-43D5-EB3E-D8D720C52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84945"/>
              </p:ext>
            </p:extLst>
          </p:nvPr>
        </p:nvGraphicFramePr>
        <p:xfrm>
          <a:off x="5798707" y="1131700"/>
          <a:ext cx="5386695" cy="215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88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1081185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  <a:gridCol w="1215267">
                  <a:extLst>
                    <a:ext uri="{9D8B030D-6E8A-4147-A177-3AD203B41FA5}">
                      <a16:colId xmlns:a16="http://schemas.microsoft.com/office/drawing/2014/main" val="3005391761"/>
                    </a:ext>
                  </a:extLst>
                </a:gridCol>
                <a:gridCol w="1109078">
                  <a:extLst>
                    <a:ext uri="{9D8B030D-6E8A-4147-A177-3AD203B41FA5}">
                      <a16:colId xmlns:a16="http://schemas.microsoft.com/office/drawing/2014/main" val="315546368"/>
                    </a:ext>
                  </a:extLst>
                </a:gridCol>
                <a:gridCol w="533077">
                  <a:extLst>
                    <a:ext uri="{9D8B030D-6E8A-4147-A177-3AD203B41FA5}">
                      <a16:colId xmlns:a16="http://schemas.microsoft.com/office/drawing/2014/main" val="1451244031"/>
                    </a:ext>
                  </a:extLst>
                </a:gridCol>
              </a:tblGrid>
              <a:tr h="38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초기값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참고사항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3952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rows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array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[]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테이블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3185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selectedRow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null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null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테이블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  <a:tr h="4306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loading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boolean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False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36426"/>
                  </a:ext>
                </a:extLst>
              </a:tr>
              <a:tr h="2654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entity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object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{}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768611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177035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2C1F8A86-FEC7-CE90-892A-C7BFFBDD5913}"/>
              </a:ext>
            </a:extLst>
          </p:cNvPr>
          <p:cNvSpPr txBox="1"/>
          <p:nvPr/>
        </p:nvSpPr>
        <p:spPr>
          <a:xfrm>
            <a:off x="5798708" y="70626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F132015-B703-B67F-32AC-24A8B2AD1A3A}"/>
              </a:ext>
            </a:extLst>
          </p:cNvPr>
          <p:cNvSpPr/>
          <p:nvPr/>
        </p:nvSpPr>
        <p:spPr>
          <a:xfrm>
            <a:off x="10519357" y="803384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2A9D14DE-78F0-9187-FFE0-58B9E317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1545793"/>
            <a:ext cx="209524" cy="309297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76F9F044-8A20-F17B-BD6F-6F9A31F24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1904827"/>
            <a:ext cx="209524" cy="30929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1802585-1A53-FF95-AD83-9C227444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2293403"/>
            <a:ext cx="209524" cy="3092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A64A1EA-38DE-199F-A636-317F6B778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2667589"/>
            <a:ext cx="209524" cy="30929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01198DE-94E2-CBD8-E2BE-AEAD5C5049E7}"/>
              </a:ext>
            </a:extLst>
          </p:cNvPr>
          <p:cNvSpPr txBox="1"/>
          <p:nvPr/>
        </p:nvSpPr>
        <p:spPr>
          <a:xfrm>
            <a:off x="711648" y="2479608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rows  - array</a:t>
            </a:r>
            <a:endParaRPr lang="ko-KR" altLang="en-US" sz="1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25578C-412C-A9B3-68E2-BE7ECEFC7F98}"/>
              </a:ext>
            </a:extLst>
          </p:cNvPr>
          <p:cNvSpPr txBox="1"/>
          <p:nvPr/>
        </p:nvSpPr>
        <p:spPr>
          <a:xfrm>
            <a:off x="711648" y="273192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selectedRow  - null</a:t>
            </a:r>
            <a:endParaRPr lang="ko-KR" altLang="en-US" sz="10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1B060-6637-3B37-B3B5-E27EC2736F6C}"/>
              </a:ext>
            </a:extLst>
          </p:cNvPr>
          <p:cNvSpPr txBox="1"/>
          <p:nvPr/>
        </p:nvSpPr>
        <p:spPr>
          <a:xfrm>
            <a:off x="711648" y="2973941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loading  - boolean</a:t>
            </a:r>
            <a:endParaRPr lang="ko-KR" altLang="en-US" sz="10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EC6716-A87E-7EEC-BBA0-41706112858C}"/>
              </a:ext>
            </a:extLst>
          </p:cNvPr>
          <p:cNvSpPr txBox="1"/>
          <p:nvPr/>
        </p:nvSpPr>
        <p:spPr>
          <a:xfrm>
            <a:off x="542313" y="3244473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entiry - object</a:t>
            </a:r>
            <a:endParaRPr lang="ko-KR" altLang="en-US" sz="105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7BB394E-CF4D-7CEF-B224-578E60A61364}"/>
              </a:ext>
            </a:extLst>
          </p:cNvPr>
          <p:cNvCxnSpPr>
            <a:cxnSpLocks/>
          </p:cNvCxnSpPr>
          <p:nvPr/>
        </p:nvCxnSpPr>
        <p:spPr>
          <a:xfrm>
            <a:off x="626533" y="2492173"/>
            <a:ext cx="0" cy="735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EB1EB24-B2EB-980A-8C28-94F6FCB18C74}"/>
              </a:ext>
            </a:extLst>
          </p:cNvPr>
          <p:cNvCxnSpPr>
            <a:cxnSpLocks/>
          </p:cNvCxnSpPr>
          <p:nvPr/>
        </p:nvCxnSpPr>
        <p:spPr>
          <a:xfrm>
            <a:off x="888999" y="3542087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AF850AD-ABA0-1ED0-0236-70F10B50908F}"/>
              </a:ext>
            </a:extLst>
          </p:cNvPr>
          <p:cNvSpPr txBox="1"/>
          <p:nvPr/>
        </p:nvSpPr>
        <p:spPr>
          <a:xfrm>
            <a:off x="961415" y="379031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name  - null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7CC8E1-5C64-43CB-FC0B-EF3DF1E56B58}"/>
              </a:ext>
            </a:extLst>
          </p:cNvPr>
          <p:cNvSpPr txBox="1"/>
          <p:nvPr/>
        </p:nvSpPr>
        <p:spPr>
          <a:xfrm>
            <a:off x="961415" y="353366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id  - null</a:t>
            </a:r>
            <a:endParaRPr lang="ko-KR" altLang="en-US" sz="1050"/>
          </a:p>
        </p:txBody>
      </p:sp>
      <p:sp>
        <p:nvSpPr>
          <p:cNvPr id="75" name="사각형: 모서리가 접힌 도형 74">
            <a:extLst>
              <a:ext uri="{FF2B5EF4-FFF2-40B4-BE49-F238E27FC236}">
                <a16:creationId xmlns:a16="http://schemas.microsoft.com/office/drawing/2014/main" id="{7A85785A-B8A9-8072-BE19-C0EA2EB90DD7}"/>
              </a:ext>
            </a:extLst>
          </p:cNvPr>
          <p:cNvSpPr/>
          <p:nvPr/>
        </p:nvSpPr>
        <p:spPr>
          <a:xfrm>
            <a:off x="5865988" y="3534475"/>
            <a:ext cx="1473200" cy="229805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타입의 종류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object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number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boolean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null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35E679-CDE5-C206-AEED-EE0B095CA303}"/>
              </a:ext>
            </a:extLst>
          </p:cNvPr>
          <p:cNvCxnSpPr>
            <a:cxnSpLocks/>
            <a:stCxn id="75" idx="0"/>
          </p:cNvCxnSpPr>
          <p:nvPr/>
        </p:nvCxnSpPr>
        <p:spPr>
          <a:xfrm flipV="1">
            <a:off x="6602588" y="1611708"/>
            <a:ext cx="666253" cy="19227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BD33D7C7-B9F1-D5B7-5324-3CB6D650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28" y="5068449"/>
            <a:ext cx="209524" cy="30929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1D1FA16-8A9C-90AB-2BFF-0C7180C09130}"/>
              </a:ext>
            </a:extLst>
          </p:cNvPr>
          <p:cNvSpPr txBox="1"/>
          <p:nvPr/>
        </p:nvSpPr>
        <p:spPr>
          <a:xfrm>
            <a:off x="579688" y="601864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 </a:t>
            </a:r>
            <a:r>
              <a:rPr lang="ko-KR" altLang="en-US" sz="1400"/>
              <a:t>명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BBE99B-5663-919B-F70E-13F6D2F8CA54}"/>
              </a:ext>
            </a:extLst>
          </p:cNvPr>
          <p:cNvSpPr txBox="1"/>
          <p:nvPr/>
        </p:nvSpPr>
        <p:spPr>
          <a:xfrm>
            <a:off x="2072497" y="6029795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async</a:t>
            </a:r>
            <a:r>
              <a:rPr lang="ko-KR" altLang="en-US" sz="1400"/>
              <a:t>여부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EAB1E22-C586-76D8-96DC-3443643F7B52}"/>
              </a:ext>
            </a:extLst>
          </p:cNvPr>
          <p:cNvSpPr/>
          <p:nvPr/>
        </p:nvSpPr>
        <p:spPr>
          <a:xfrm>
            <a:off x="1976118" y="6384847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28D418A5-2D60-3DC0-ADF0-148AFA36DA08}"/>
              </a:ext>
            </a:extLst>
          </p:cNvPr>
          <p:cNvSpPr/>
          <p:nvPr/>
        </p:nvSpPr>
        <p:spPr>
          <a:xfrm>
            <a:off x="439701" y="6380110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setRows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DF19E63E-830B-1A5D-A06E-DAAC5259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88" y="6400940"/>
            <a:ext cx="209524" cy="309297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BAD4ED-A589-C021-7D48-4FFB98E02131}"/>
              </a:ext>
            </a:extLst>
          </p:cNvPr>
          <p:cNvSpPr txBox="1"/>
          <p:nvPr/>
        </p:nvSpPr>
        <p:spPr>
          <a:xfrm>
            <a:off x="3511306" y="6029474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84D6C2A8-18C1-24E5-9304-7B12177826EA}"/>
              </a:ext>
            </a:extLst>
          </p:cNvPr>
          <p:cNvSpPr/>
          <p:nvPr/>
        </p:nvSpPr>
        <p:spPr>
          <a:xfrm>
            <a:off x="3344891" y="6400988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추가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95ECAA0-A871-671A-43D9-5BA1B508240F}"/>
              </a:ext>
            </a:extLst>
          </p:cNvPr>
          <p:cNvSpPr/>
          <p:nvPr/>
        </p:nvSpPr>
        <p:spPr>
          <a:xfrm>
            <a:off x="412173" y="2222628"/>
            <a:ext cx="794089" cy="2730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CF8AA67-FA19-604A-38D0-11D910DC7817}"/>
              </a:ext>
            </a:extLst>
          </p:cNvPr>
          <p:cNvCxnSpPr>
            <a:cxnSpLocks/>
            <a:stCxn id="89" idx="3"/>
            <a:endCxn id="54" idx="1"/>
          </p:cNvCxnSpPr>
          <p:nvPr/>
        </p:nvCxnSpPr>
        <p:spPr>
          <a:xfrm flipV="1">
            <a:off x="1206262" y="860151"/>
            <a:ext cx="4592446" cy="1499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사각형: 모서리가 접힌 도형 94">
            <a:extLst>
              <a:ext uri="{FF2B5EF4-FFF2-40B4-BE49-F238E27FC236}">
                <a16:creationId xmlns:a16="http://schemas.microsoft.com/office/drawing/2014/main" id="{E1E12A8A-3EC2-EAF6-FA32-D92ABEDF2AD5}"/>
              </a:ext>
            </a:extLst>
          </p:cNvPr>
          <p:cNvSpPr/>
          <p:nvPr/>
        </p:nvSpPr>
        <p:spPr>
          <a:xfrm>
            <a:off x="2846503" y="1812418"/>
            <a:ext cx="2735421" cy="118837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창에서 각 노드를 선택했을 때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자식 변수 목록을 표현해 준다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124819E-78AC-3065-7B13-34F58407AFDC}"/>
              </a:ext>
            </a:extLst>
          </p:cNvPr>
          <p:cNvSpPr/>
          <p:nvPr/>
        </p:nvSpPr>
        <p:spPr>
          <a:xfrm>
            <a:off x="271497" y="31166"/>
            <a:ext cx="2398060" cy="3884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indexStore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837F8BD-BABE-EAFF-47D2-3544900A1B97}"/>
              </a:ext>
            </a:extLst>
          </p:cNvPr>
          <p:cNvCxnSpPr/>
          <p:nvPr/>
        </p:nvCxnSpPr>
        <p:spPr>
          <a:xfrm flipV="1">
            <a:off x="265360" y="340625"/>
            <a:ext cx="11124750" cy="74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23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E9A215-5D0A-55E2-3EBB-9805EAEFC01B}"/>
              </a:ext>
            </a:extLst>
          </p:cNvPr>
          <p:cNvSpPr/>
          <p:nvPr/>
        </p:nvSpPr>
        <p:spPr>
          <a:xfrm>
            <a:off x="271497" y="83725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7D9D-25C3-357F-7076-39ED593CD750}"/>
              </a:ext>
            </a:extLst>
          </p:cNvPr>
          <p:cNvSpPr txBox="1"/>
          <p:nvPr/>
        </p:nvSpPr>
        <p:spPr>
          <a:xfrm>
            <a:off x="429541" y="92756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Name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4D24F-E4A1-6D8E-5D2D-3FBB3BD1E6DA}"/>
              </a:ext>
            </a:extLst>
          </p:cNvPr>
          <p:cNvSpPr txBox="1"/>
          <p:nvPr/>
        </p:nvSpPr>
        <p:spPr>
          <a:xfrm>
            <a:off x="429541" y="138209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ID</a:t>
            </a:r>
            <a:endParaRPr lang="ko-KR" altLang="en-US" sz="14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43152C9-7D83-1EAA-D710-3C2C82375ADF}"/>
              </a:ext>
            </a:extLst>
          </p:cNvPr>
          <p:cNvSpPr/>
          <p:nvPr/>
        </p:nvSpPr>
        <p:spPr>
          <a:xfrm>
            <a:off x="1772918" y="1353565"/>
            <a:ext cx="3285916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D5F314-BC68-99A6-9225-41CDD4AA8B7D}"/>
              </a:ext>
            </a:extLst>
          </p:cNvPr>
          <p:cNvSpPr txBox="1"/>
          <p:nvPr/>
        </p:nvSpPr>
        <p:spPr>
          <a:xfrm>
            <a:off x="412173" y="47303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Pinia Store</a:t>
            </a:r>
            <a:endParaRPr lang="ko-KR" altLang="en-US" sz="1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36979D-D314-03BF-A537-9664491FA6D7}"/>
              </a:ext>
            </a:extLst>
          </p:cNvPr>
          <p:cNvSpPr/>
          <p:nvPr/>
        </p:nvSpPr>
        <p:spPr>
          <a:xfrm>
            <a:off x="1772916" y="966951"/>
            <a:ext cx="3285917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079287-A496-20A4-CD1B-124FED0F0CF5}"/>
              </a:ext>
            </a:extLst>
          </p:cNvPr>
          <p:cNvSpPr/>
          <p:nvPr/>
        </p:nvSpPr>
        <p:spPr>
          <a:xfrm>
            <a:off x="317025" y="51552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3607F5-E998-89C6-A004-F2C1AD513F67}"/>
              </a:ext>
            </a:extLst>
          </p:cNvPr>
          <p:cNvSpPr/>
          <p:nvPr/>
        </p:nvSpPr>
        <p:spPr>
          <a:xfrm>
            <a:off x="271497" y="2166646"/>
            <a:ext cx="4911837" cy="1748059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8D50A2-DB0C-A86A-8065-E33E1B84BB3A}"/>
              </a:ext>
            </a:extLst>
          </p:cNvPr>
          <p:cNvSpPr txBox="1"/>
          <p:nvPr/>
        </p:nvSpPr>
        <p:spPr>
          <a:xfrm>
            <a:off x="412173" y="1802425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28610F4-B61F-7DC5-0FCF-7F0120DC1140}"/>
              </a:ext>
            </a:extLst>
          </p:cNvPr>
          <p:cNvSpPr/>
          <p:nvPr/>
        </p:nvSpPr>
        <p:spPr>
          <a:xfrm>
            <a:off x="317025" y="1844914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10ED8E7-FBC8-0AC1-A3C9-F65B4733755C}"/>
              </a:ext>
            </a:extLst>
          </p:cNvPr>
          <p:cNvSpPr/>
          <p:nvPr/>
        </p:nvSpPr>
        <p:spPr>
          <a:xfrm>
            <a:off x="271497" y="4503201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42B6EF-DEFF-D41B-5D44-D01680ADA447}"/>
              </a:ext>
            </a:extLst>
          </p:cNvPr>
          <p:cNvSpPr txBox="1"/>
          <p:nvPr/>
        </p:nvSpPr>
        <p:spPr>
          <a:xfrm>
            <a:off x="569528" y="4630924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 </a:t>
            </a:r>
            <a:r>
              <a:rPr lang="ko-KR" altLang="en-US" sz="1400"/>
              <a:t>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9D098E-D7B1-60DB-51E3-D3A83488CBEE}"/>
              </a:ext>
            </a:extLst>
          </p:cNvPr>
          <p:cNvSpPr txBox="1"/>
          <p:nvPr/>
        </p:nvSpPr>
        <p:spPr>
          <a:xfrm>
            <a:off x="2797334" y="459059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Return </a:t>
            </a:r>
            <a:r>
              <a:rPr lang="ko-KR" altLang="en-US" sz="1400"/>
              <a:t>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D2B06AC-53F2-D2DB-B869-AD7178163773}"/>
              </a:ext>
            </a:extLst>
          </p:cNvPr>
          <p:cNvSpPr/>
          <p:nvPr/>
        </p:nvSpPr>
        <p:spPr>
          <a:xfrm>
            <a:off x="1965958" y="4997123"/>
            <a:ext cx="2687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state.rows.length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85CF73-FE57-2494-8036-AECFF55D17A0}"/>
              </a:ext>
            </a:extLst>
          </p:cNvPr>
          <p:cNvSpPr txBox="1"/>
          <p:nvPr/>
        </p:nvSpPr>
        <p:spPr>
          <a:xfrm>
            <a:off x="412173" y="4138979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Getters</a:t>
            </a:r>
            <a:endParaRPr lang="ko-KR" altLang="en-US" sz="140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C1D4AA-BD1E-99C3-CD4D-C5711AE5320D}"/>
              </a:ext>
            </a:extLst>
          </p:cNvPr>
          <p:cNvSpPr/>
          <p:nvPr/>
        </p:nvSpPr>
        <p:spPr>
          <a:xfrm>
            <a:off x="429541" y="4992386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rowCount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7AD911-D3F0-2F6B-4C98-D2FF12E86195}"/>
              </a:ext>
            </a:extLst>
          </p:cNvPr>
          <p:cNvSpPr/>
          <p:nvPr/>
        </p:nvSpPr>
        <p:spPr>
          <a:xfrm>
            <a:off x="317025" y="4181468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DA14FD7-1422-9351-8256-58734870775A}"/>
              </a:ext>
            </a:extLst>
          </p:cNvPr>
          <p:cNvSpPr/>
          <p:nvPr/>
        </p:nvSpPr>
        <p:spPr>
          <a:xfrm>
            <a:off x="271497" y="582580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9BC2C-51CC-7746-8F37-883FA8110360}"/>
              </a:ext>
            </a:extLst>
          </p:cNvPr>
          <p:cNvSpPr txBox="1"/>
          <p:nvPr/>
        </p:nvSpPr>
        <p:spPr>
          <a:xfrm>
            <a:off x="412173" y="546158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</a:t>
            </a:r>
            <a:endParaRPr lang="ko-KR" altLang="en-US" sz="140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FA3AE6-7724-2319-5662-49FD32B10F98}"/>
              </a:ext>
            </a:extLst>
          </p:cNvPr>
          <p:cNvSpPr/>
          <p:nvPr/>
        </p:nvSpPr>
        <p:spPr>
          <a:xfrm>
            <a:off x="317025" y="550407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48BA778-1E22-5AD9-2AD3-B7BADCEFF4D4}"/>
              </a:ext>
            </a:extLst>
          </p:cNvPr>
          <p:cNvSpPr/>
          <p:nvPr/>
        </p:nvSpPr>
        <p:spPr>
          <a:xfrm>
            <a:off x="5652272" y="622459"/>
            <a:ext cx="5700892" cy="4956937"/>
          </a:xfrm>
          <a:prstGeom prst="roundRect">
            <a:avLst>
              <a:gd name="adj" fmla="val 186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EC1F98-CE5D-7942-27CA-D1336879BE76}"/>
              </a:ext>
            </a:extLst>
          </p:cNvPr>
          <p:cNvSpPr/>
          <p:nvPr/>
        </p:nvSpPr>
        <p:spPr>
          <a:xfrm>
            <a:off x="4517289" y="4208169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E9692A-B8E6-4798-0D04-E4A8D66CE4C7}"/>
              </a:ext>
            </a:extLst>
          </p:cNvPr>
          <p:cNvSpPr/>
          <p:nvPr/>
        </p:nvSpPr>
        <p:spPr>
          <a:xfrm>
            <a:off x="4517289" y="5508502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E553B2-FA26-72B4-973F-AE06BCB9F17D}"/>
              </a:ext>
            </a:extLst>
          </p:cNvPr>
          <p:cNvSpPr txBox="1"/>
          <p:nvPr/>
        </p:nvSpPr>
        <p:spPr>
          <a:xfrm>
            <a:off x="376779" y="2215596"/>
            <a:ext cx="697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State</a:t>
            </a:r>
            <a:endParaRPr lang="ko-KR" altLang="en-US" sz="105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1F8A86-FEC7-CE90-892A-C7BFFBDD5913}"/>
              </a:ext>
            </a:extLst>
          </p:cNvPr>
          <p:cNvSpPr txBox="1"/>
          <p:nvPr/>
        </p:nvSpPr>
        <p:spPr>
          <a:xfrm>
            <a:off x="5798708" y="724673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함수명 </a:t>
            </a:r>
            <a:r>
              <a:rPr lang="en-US" altLang="ko-KR" sz="1400"/>
              <a:t>: setRows</a:t>
            </a:r>
            <a:endParaRPr lang="ko-KR" altLang="en-US" sz="1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1198DE-94E2-CBD8-E2BE-AEAD5C5049E7}"/>
              </a:ext>
            </a:extLst>
          </p:cNvPr>
          <p:cNvSpPr txBox="1"/>
          <p:nvPr/>
        </p:nvSpPr>
        <p:spPr>
          <a:xfrm>
            <a:off x="711648" y="248574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rows  - array</a:t>
            </a:r>
            <a:endParaRPr lang="ko-KR" altLang="en-US" sz="1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25578C-412C-A9B3-68E2-BE7ECEFC7F98}"/>
              </a:ext>
            </a:extLst>
          </p:cNvPr>
          <p:cNvSpPr txBox="1"/>
          <p:nvPr/>
        </p:nvSpPr>
        <p:spPr>
          <a:xfrm>
            <a:off x="711648" y="2738059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selectedRow  - null</a:t>
            </a:r>
            <a:endParaRPr lang="ko-KR" altLang="en-US" sz="10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1B060-6637-3B37-B3B5-E27EC2736F6C}"/>
              </a:ext>
            </a:extLst>
          </p:cNvPr>
          <p:cNvSpPr txBox="1"/>
          <p:nvPr/>
        </p:nvSpPr>
        <p:spPr>
          <a:xfrm>
            <a:off x="711648" y="2980078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loading  - boolean</a:t>
            </a:r>
            <a:endParaRPr lang="ko-KR" altLang="en-US" sz="10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EC6716-A87E-7EEC-BBA0-41706112858C}"/>
              </a:ext>
            </a:extLst>
          </p:cNvPr>
          <p:cNvSpPr txBox="1"/>
          <p:nvPr/>
        </p:nvSpPr>
        <p:spPr>
          <a:xfrm>
            <a:off x="542313" y="325061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entiry - object</a:t>
            </a:r>
            <a:endParaRPr lang="ko-KR" altLang="en-US" sz="105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7BB394E-CF4D-7CEF-B224-578E60A61364}"/>
              </a:ext>
            </a:extLst>
          </p:cNvPr>
          <p:cNvCxnSpPr>
            <a:cxnSpLocks/>
          </p:cNvCxnSpPr>
          <p:nvPr/>
        </p:nvCxnSpPr>
        <p:spPr>
          <a:xfrm>
            <a:off x="626533" y="2498310"/>
            <a:ext cx="0" cy="735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EB1EB24-B2EB-980A-8C28-94F6FCB18C74}"/>
              </a:ext>
            </a:extLst>
          </p:cNvPr>
          <p:cNvCxnSpPr>
            <a:cxnSpLocks/>
          </p:cNvCxnSpPr>
          <p:nvPr/>
        </p:nvCxnSpPr>
        <p:spPr>
          <a:xfrm>
            <a:off x="888999" y="3548224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AF850AD-ABA0-1ED0-0236-70F10B50908F}"/>
              </a:ext>
            </a:extLst>
          </p:cNvPr>
          <p:cNvSpPr txBox="1"/>
          <p:nvPr/>
        </p:nvSpPr>
        <p:spPr>
          <a:xfrm>
            <a:off x="961415" y="379645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name  - null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7CC8E1-5C64-43CB-FC0B-EF3DF1E56B58}"/>
              </a:ext>
            </a:extLst>
          </p:cNvPr>
          <p:cNvSpPr txBox="1"/>
          <p:nvPr/>
        </p:nvSpPr>
        <p:spPr>
          <a:xfrm>
            <a:off x="961415" y="3539797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id  - null</a:t>
            </a:r>
            <a:endParaRPr lang="ko-KR" altLang="en-US" sz="105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35E679-CDE5-C206-AEED-EE0B095CA303}"/>
              </a:ext>
            </a:extLst>
          </p:cNvPr>
          <p:cNvCxnSpPr>
            <a:cxnSpLocks/>
          </p:cNvCxnSpPr>
          <p:nvPr/>
        </p:nvCxnSpPr>
        <p:spPr>
          <a:xfrm flipV="1">
            <a:off x="2037271" y="1291931"/>
            <a:ext cx="3858616" cy="50637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BD33D7C7-B9F1-D5B7-5324-3CB6D650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28" y="5013216"/>
            <a:ext cx="209524" cy="30929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1D1FA16-8A9C-90AB-2BFF-0C7180C09130}"/>
              </a:ext>
            </a:extLst>
          </p:cNvPr>
          <p:cNvSpPr txBox="1"/>
          <p:nvPr/>
        </p:nvSpPr>
        <p:spPr>
          <a:xfrm>
            <a:off x="579688" y="5975689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 </a:t>
            </a:r>
            <a:r>
              <a:rPr lang="ko-KR" altLang="en-US" sz="1400"/>
              <a:t>명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BBE99B-5663-919B-F70E-13F6D2F8CA54}"/>
              </a:ext>
            </a:extLst>
          </p:cNvPr>
          <p:cNvSpPr txBox="1"/>
          <p:nvPr/>
        </p:nvSpPr>
        <p:spPr>
          <a:xfrm>
            <a:off x="2072497" y="5986836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async</a:t>
            </a:r>
            <a:r>
              <a:rPr lang="ko-KR" altLang="en-US" sz="1400"/>
              <a:t>여부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EAB1E22-C586-76D8-96DC-3443643F7B52}"/>
              </a:ext>
            </a:extLst>
          </p:cNvPr>
          <p:cNvSpPr/>
          <p:nvPr/>
        </p:nvSpPr>
        <p:spPr>
          <a:xfrm>
            <a:off x="1976118" y="6341888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28D418A5-2D60-3DC0-ADF0-148AFA36DA08}"/>
              </a:ext>
            </a:extLst>
          </p:cNvPr>
          <p:cNvSpPr/>
          <p:nvPr/>
        </p:nvSpPr>
        <p:spPr>
          <a:xfrm>
            <a:off x="439701" y="6337151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setRows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DF19E63E-830B-1A5D-A06E-DAAC5259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88" y="6357981"/>
            <a:ext cx="209524" cy="309297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BAD4ED-A589-C021-7D48-4FFB98E02131}"/>
              </a:ext>
            </a:extLst>
          </p:cNvPr>
          <p:cNvSpPr txBox="1"/>
          <p:nvPr/>
        </p:nvSpPr>
        <p:spPr>
          <a:xfrm>
            <a:off x="3511306" y="5986515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84D6C2A8-18C1-24E5-9304-7B12177826EA}"/>
              </a:ext>
            </a:extLst>
          </p:cNvPr>
          <p:cNvSpPr/>
          <p:nvPr/>
        </p:nvSpPr>
        <p:spPr>
          <a:xfrm>
            <a:off x="3344891" y="6358029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추가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95ECAA0-A871-671A-43D9-5BA1B508240F}"/>
              </a:ext>
            </a:extLst>
          </p:cNvPr>
          <p:cNvSpPr/>
          <p:nvPr/>
        </p:nvSpPr>
        <p:spPr>
          <a:xfrm>
            <a:off x="396259" y="4960528"/>
            <a:ext cx="4264987" cy="36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CF8AA67-FA19-604A-38D0-11D910DC7817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2200751" y="878562"/>
            <a:ext cx="3597957" cy="3885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사각형: 모서리가 접힌 도형 94">
            <a:extLst>
              <a:ext uri="{FF2B5EF4-FFF2-40B4-BE49-F238E27FC236}">
                <a16:creationId xmlns:a16="http://schemas.microsoft.com/office/drawing/2014/main" id="{E1E12A8A-3EC2-EAF6-FA32-D92ABEDF2AD5}"/>
              </a:ext>
            </a:extLst>
          </p:cNvPr>
          <p:cNvSpPr/>
          <p:nvPr/>
        </p:nvSpPr>
        <p:spPr>
          <a:xfrm>
            <a:off x="847394" y="3163385"/>
            <a:ext cx="2735421" cy="118837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Getters,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Actions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을 클릭했을 때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Script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편집창표시 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C8714EB-CC01-BF70-5270-84B6A7A86DEF}"/>
              </a:ext>
            </a:extLst>
          </p:cNvPr>
          <p:cNvSpPr/>
          <p:nvPr/>
        </p:nvSpPr>
        <p:spPr>
          <a:xfrm>
            <a:off x="412173" y="6324396"/>
            <a:ext cx="4264987" cy="36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1FC93-5131-E5C3-F260-4C3B42D7EE72}"/>
              </a:ext>
            </a:extLst>
          </p:cNvPr>
          <p:cNvSpPr txBox="1"/>
          <p:nvPr/>
        </p:nvSpPr>
        <p:spPr>
          <a:xfrm>
            <a:off x="5981465" y="1167917"/>
            <a:ext cx="3730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setRows(rows) {</a:t>
            </a:r>
          </a:p>
          <a:p>
            <a:r>
              <a:rPr lang="en-US" altLang="ko-KR" sz="1400"/>
              <a:t>      this.rows = rows</a:t>
            </a:r>
          </a:p>
          <a:p>
            <a:r>
              <a:rPr lang="en-US" altLang="ko-KR" sz="1400"/>
              <a:t>    },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E3EFD2-05DF-8E6F-6E7B-48E1A5A0FC0C}"/>
              </a:ext>
            </a:extLst>
          </p:cNvPr>
          <p:cNvSpPr/>
          <p:nvPr/>
        </p:nvSpPr>
        <p:spPr>
          <a:xfrm>
            <a:off x="271497" y="31166"/>
            <a:ext cx="2398060" cy="3884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indexStore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6D1AD8-7664-8716-CAAD-26254A010EA9}"/>
              </a:ext>
            </a:extLst>
          </p:cNvPr>
          <p:cNvCxnSpPr/>
          <p:nvPr/>
        </p:nvCxnSpPr>
        <p:spPr>
          <a:xfrm flipV="1">
            <a:off x="265360" y="340625"/>
            <a:ext cx="11124750" cy="74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10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9FA248D-A78D-6C29-515A-C11158DC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469900"/>
            <a:ext cx="9057175" cy="3146425"/>
          </a:xfrm>
          <a:prstGeom prst="rect">
            <a:avLst/>
          </a:prstGeom>
        </p:spPr>
      </p:pic>
      <p:sp>
        <p:nvSpPr>
          <p:cNvPr id="5" name="팔각형 4">
            <a:extLst>
              <a:ext uri="{FF2B5EF4-FFF2-40B4-BE49-F238E27FC236}">
                <a16:creationId xmlns:a16="http://schemas.microsoft.com/office/drawing/2014/main" id="{4553AD09-0212-4F3E-6747-317EFC327C1A}"/>
              </a:ext>
            </a:extLst>
          </p:cNvPr>
          <p:cNvSpPr/>
          <p:nvPr/>
        </p:nvSpPr>
        <p:spPr>
          <a:xfrm>
            <a:off x="1282700" y="1012398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7" name="팔각형 6">
            <a:extLst>
              <a:ext uri="{FF2B5EF4-FFF2-40B4-BE49-F238E27FC236}">
                <a16:creationId xmlns:a16="http://schemas.microsoft.com/office/drawing/2014/main" id="{2D1D201D-C676-C4A3-828C-89EE7053A144}"/>
              </a:ext>
            </a:extLst>
          </p:cNvPr>
          <p:cNvSpPr/>
          <p:nvPr/>
        </p:nvSpPr>
        <p:spPr>
          <a:xfrm>
            <a:off x="9436100" y="596900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64AAF-65C9-B2E2-8E84-BE8F460834B8}"/>
              </a:ext>
            </a:extLst>
          </p:cNvPr>
          <p:cNvSpPr txBox="1"/>
          <p:nvPr/>
        </p:nvSpPr>
        <p:spPr>
          <a:xfrm>
            <a:off x="9664700" y="596900"/>
            <a:ext cx="226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헤더 셀을 선택 후 오른쪽 클릭 후 컬럼편집을 클릭 또는 더블클릭하면 편집 팝업 창이 표시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0E997C-5837-6115-36EA-51C103914507}"/>
              </a:ext>
            </a:extLst>
          </p:cNvPr>
          <p:cNvSpPr/>
          <p:nvPr/>
        </p:nvSpPr>
        <p:spPr>
          <a:xfrm>
            <a:off x="914400" y="723900"/>
            <a:ext cx="4114800" cy="288498"/>
          </a:xfrm>
          <a:prstGeom prst="round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팔각형 9">
            <a:extLst>
              <a:ext uri="{FF2B5EF4-FFF2-40B4-BE49-F238E27FC236}">
                <a16:creationId xmlns:a16="http://schemas.microsoft.com/office/drawing/2014/main" id="{619E8EF9-366A-435A-F783-C581A2EF37E6}"/>
              </a:ext>
            </a:extLst>
          </p:cNvPr>
          <p:cNvSpPr/>
          <p:nvPr/>
        </p:nvSpPr>
        <p:spPr>
          <a:xfrm>
            <a:off x="3220613" y="614149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5" name="팔각형 14">
            <a:extLst>
              <a:ext uri="{FF2B5EF4-FFF2-40B4-BE49-F238E27FC236}">
                <a16:creationId xmlns:a16="http://schemas.microsoft.com/office/drawing/2014/main" id="{5C76A15D-580A-50B0-D4C4-98A67236370C}"/>
              </a:ext>
            </a:extLst>
          </p:cNvPr>
          <p:cNvSpPr/>
          <p:nvPr/>
        </p:nvSpPr>
        <p:spPr>
          <a:xfrm>
            <a:off x="9436100" y="1496894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60481-F1CB-36F0-BED6-65AC5F096981}"/>
              </a:ext>
            </a:extLst>
          </p:cNvPr>
          <p:cNvSpPr txBox="1"/>
          <p:nvPr/>
        </p:nvSpPr>
        <p:spPr>
          <a:xfrm>
            <a:off x="9664700" y="1496894"/>
            <a:ext cx="226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헤더의 각 셀을 </a:t>
            </a:r>
            <a:r>
              <a:rPr lang="en-US" altLang="ko-KR" sz="1200"/>
              <a:t>Ctrl+</a:t>
            </a:r>
            <a:r>
              <a:rPr lang="ko-KR" altLang="en-US" sz="1200"/>
              <a:t>마우스 클릭하여 상하 좌우 셀을 </a:t>
            </a:r>
            <a:r>
              <a:rPr lang="en-US" altLang="ko-KR" sz="1200"/>
              <a:t>merge</a:t>
            </a:r>
            <a:r>
              <a:rPr lang="ko-KR" altLang="en-US" sz="1200"/>
              <a:t>할 수 있도록 함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그리고 </a:t>
            </a:r>
            <a:r>
              <a:rPr lang="en-US" altLang="ko-KR" sz="1200"/>
              <a:t>merge</a:t>
            </a:r>
            <a:r>
              <a:rPr lang="ko-KR" altLang="en-US" sz="1200"/>
              <a:t>된 셀을 </a:t>
            </a:r>
            <a:r>
              <a:rPr lang="en-US" altLang="ko-KR" sz="1200"/>
              <a:t>merge</a:t>
            </a:r>
            <a:r>
              <a:rPr lang="ko-KR" altLang="en-US" sz="1200"/>
              <a:t>취소 기능도 있어야 함</a:t>
            </a:r>
          </a:p>
        </p:txBody>
      </p:sp>
    </p:spTree>
    <p:extLst>
      <p:ext uri="{BB962C8B-B14F-4D97-AF65-F5344CB8AC3E}">
        <p14:creationId xmlns:p14="http://schemas.microsoft.com/office/powerpoint/2010/main" val="326531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0BDB59F-8C72-CEE6-3563-2D328E389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62303"/>
              </p:ext>
            </p:extLst>
          </p:nvPr>
        </p:nvGraphicFramePr>
        <p:xfrm>
          <a:off x="3291640" y="865166"/>
          <a:ext cx="5354104" cy="4223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660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3451444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</a:tblGrid>
              <a:tr h="38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3952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Column</a:t>
                      </a:r>
                      <a:r>
                        <a:rPr lang="ko-KR" altLang="en-US" sz="120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3185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Label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  <a:tr h="4306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field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명칭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36426"/>
                  </a:ext>
                </a:extLst>
              </a:tr>
              <a:tr h="2654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Type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Text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768611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align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Center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177035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Width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120%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126081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Sortable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True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202592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Required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False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377042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Editable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True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158833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Format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methodName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523295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render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methodName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116222"/>
                  </a:ext>
                </a:extLst>
              </a:tr>
            </a:tbl>
          </a:graphicData>
        </a:graphic>
      </p:graphicFrame>
      <p:sp>
        <p:nvSpPr>
          <p:cNvPr id="7" name="팔각형 6">
            <a:extLst>
              <a:ext uri="{FF2B5EF4-FFF2-40B4-BE49-F238E27FC236}">
                <a16:creationId xmlns:a16="http://schemas.microsoft.com/office/drawing/2014/main" id="{2D1D201D-C676-C4A3-828C-89EE7053A144}"/>
              </a:ext>
            </a:extLst>
          </p:cNvPr>
          <p:cNvSpPr/>
          <p:nvPr/>
        </p:nvSpPr>
        <p:spPr>
          <a:xfrm>
            <a:off x="9436100" y="596900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64AAF-65C9-B2E2-8E84-BE8F460834B8}"/>
              </a:ext>
            </a:extLst>
          </p:cNvPr>
          <p:cNvSpPr txBox="1"/>
          <p:nvPr/>
        </p:nvSpPr>
        <p:spPr>
          <a:xfrm>
            <a:off x="9664700" y="596900"/>
            <a:ext cx="226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컬럼 표시는 </a:t>
            </a:r>
            <a:r>
              <a:rPr lang="en-US" altLang="ko-KR" sz="1200"/>
              <a:t>tree </a:t>
            </a:r>
            <a:r>
              <a:rPr lang="ko-KR" altLang="en-US" sz="1200"/>
              <a:t>모양으로 표현하고 </a:t>
            </a:r>
            <a:r>
              <a:rPr lang="en-US" altLang="ko-KR" sz="1200"/>
              <a:t>parent node</a:t>
            </a:r>
            <a:r>
              <a:rPr lang="ko-KR" altLang="en-US" sz="1200"/>
              <a:t>는 자식의 첫번째 </a:t>
            </a:r>
            <a:r>
              <a:rPr lang="en-US" altLang="ko-KR" sz="1200"/>
              <a:t>colum</a:t>
            </a:r>
            <a:r>
              <a:rPr lang="ko-KR" altLang="en-US" sz="1200"/>
              <a:t>명으로 표시한다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각 </a:t>
            </a:r>
            <a:r>
              <a:rPr lang="en-US" altLang="ko-KR" sz="1200"/>
              <a:t>node</a:t>
            </a:r>
            <a:r>
              <a:rPr lang="ko-KR" altLang="en-US" sz="1200"/>
              <a:t>를 클릭했을때 오른쪽 속성에 표시되어 수정할 수 있게 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0E997C-5837-6115-36EA-51C103914507}"/>
              </a:ext>
            </a:extLst>
          </p:cNvPr>
          <p:cNvSpPr/>
          <p:nvPr/>
        </p:nvSpPr>
        <p:spPr>
          <a:xfrm>
            <a:off x="3273922" y="1246435"/>
            <a:ext cx="3650197" cy="3799507"/>
          </a:xfrm>
          <a:prstGeom prst="roundRect">
            <a:avLst>
              <a:gd name="adj" fmla="val 2402"/>
            </a:avLst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팔각형 14">
            <a:extLst>
              <a:ext uri="{FF2B5EF4-FFF2-40B4-BE49-F238E27FC236}">
                <a16:creationId xmlns:a16="http://schemas.microsoft.com/office/drawing/2014/main" id="{5C76A15D-580A-50B0-D4C4-98A67236370C}"/>
              </a:ext>
            </a:extLst>
          </p:cNvPr>
          <p:cNvSpPr/>
          <p:nvPr/>
        </p:nvSpPr>
        <p:spPr>
          <a:xfrm>
            <a:off x="9525000" y="3643194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60481-F1CB-36F0-BED6-65AC5F096981}"/>
              </a:ext>
            </a:extLst>
          </p:cNvPr>
          <p:cNvSpPr txBox="1"/>
          <p:nvPr/>
        </p:nvSpPr>
        <p:spPr>
          <a:xfrm>
            <a:off x="9753600" y="3643194"/>
            <a:ext cx="226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Column</a:t>
            </a:r>
            <a:r>
              <a:rPr lang="ko-KR" altLang="en-US" sz="1200"/>
              <a:t>의 속성창을 구분별로 표현하여 수정할 수 있도록 함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D972D94-1332-5D04-CC0D-6FEA4475D03B}"/>
              </a:ext>
            </a:extLst>
          </p:cNvPr>
          <p:cNvSpPr/>
          <p:nvPr/>
        </p:nvSpPr>
        <p:spPr>
          <a:xfrm>
            <a:off x="287065" y="850900"/>
            <a:ext cx="2705100" cy="5168664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1C92FC-A00C-D72D-D3E4-B90B6992DA9E}"/>
              </a:ext>
            </a:extLst>
          </p:cNvPr>
          <p:cNvSpPr txBox="1"/>
          <p:nvPr/>
        </p:nvSpPr>
        <p:spPr>
          <a:xfrm>
            <a:off x="371981" y="976286"/>
            <a:ext cx="11139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Column</a:t>
            </a:r>
            <a:endParaRPr lang="ko-KR" altLang="en-US" sz="10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866FA8-02CA-96AF-08A8-D235825C6C61}"/>
              </a:ext>
            </a:extLst>
          </p:cNvPr>
          <p:cNvSpPr txBox="1"/>
          <p:nvPr/>
        </p:nvSpPr>
        <p:spPr>
          <a:xfrm>
            <a:off x="706851" y="124643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   name</a:t>
            </a:r>
            <a:endParaRPr lang="ko-KR" altLang="en-US" sz="10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0F2087-7406-2D10-DEDF-4C324D65A77B}"/>
              </a:ext>
            </a:extLst>
          </p:cNvPr>
          <p:cNvSpPr txBox="1"/>
          <p:nvPr/>
        </p:nvSpPr>
        <p:spPr>
          <a:xfrm>
            <a:off x="822050" y="149864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     name</a:t>
            </a:r>
            <a:endParaRPr lang="ko-KR" altLang="en-US" sz="10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4C66DB-72A8-1559-5CBE-8935CDA81C86}"/>
              </a:ext>
            </a:extLst>
          </p:cNvPr>
          <p:cNvSpPr txBox="1"/>
          <p:nvPr/>
        </p:nvSpPr>
        <p:spPr>
          <a:xfrm>
            <a:off x="803759" y="175464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     aliasName</a:t>
            </a:r>
            <a:endParaRPr lang="ko-KR" altLang="en-US" sz="10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84BD8-034B-E028-519C-E1810DC54E9E}"/>
              </a:ext>
            </a:extLst>
          </p:cNvPr>
          <p:cNvSpPr txBox="1"/>
          <p:nvPr/>
        </p:nvSpPr>
        <p:spPr>
          <a:xfrm>
            <a:off x="537516" y="201130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       detailDate</a:t>
            </a:r>
            <a:endParaRPr lang="ko-KR" altLang="en-US" sz="105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1FE5D4B-450E-5701-B032-EE83A1698BD8}"/>
              </a:ext>
            </a:extLst>
          </p:cNvPr>
          <p:cNvCxnSpPr>
            <a:cxnSpLocks/>
          </p:cNvCxnSpPr>
          <p:nvPr/>
        </p:nvCxnSpPr>
        <p:spPr>
          <a:xfrm>
            <a:off x="621736" y="1259000"/>
            <a:ext cx="0" cy="155205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4257AAD-9F55-B502-D1E6-97FB2B57BFAE}"/>
              </a:ext>
            </a:extLst>
          </p:cNvPr>
          <p:cNvCxnSpPr>
            <a:cxnSpLocks/>
          </p:cNvCxnSpPr>
          <p:nvPr/>
        </p:nvCxnSpPr>
        <p:spPr>
          <a:xfrm>
            <a:off x="853268" y="1496894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3221D3-5492-4915-CCE4-B3C7CFDDBA24}"/>
              </a:ext>
            </a:extLst>
          </p:cNvPr>
          <p:cNvSpPr txBox="1"/>
          <p:nvPr/>
        </p:nvSpPr>
        <p:spPr>
          <a:xfrm>
            <a:off x="956618" y="255714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  date</a:t>
            </a:r>
            <a:endParaRPr lang="ko-KR" altLang="en-US" sz="10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7BA25D-D8DF-C56D-95CF-0600C9631A4B}"/>
              </a:ext>
            </a:extLst>
          </p:cNvPr>
          <p:cNvSpPr txBox="1"/>
          <p:nvPr/>
        </p:nvSpPr>
        <p:spPr>
          <a:xfrm>
            <a:off x="1045518" y="2300487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detailDate</a:t>
            </a:r>
            <a:endParaRPr lang="ko-KR" altLang="en-US" sz="105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CBED0AE-CF2C-AA3A-6C1B-6DA79B0FDB6A}"/>
              </a:ext>
            </a:extLst>
          </p:cNvPr>
          <p:cNvSpPr/>
          <p:nvPr/>
        </p:nvSpPr>
        <p:spPr>
          <a:xfrm>
            <a:off x="407376" y="989455"/>
            <a:ext cx="794089" cy="2730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6D086B4-44BF-0EFE-9CB7-D30D2F1DC3A9}"/>
              </a:ext>
            </a:extLst>
          </p:cNvPr>
          <p:cNvGrpSpPr/>
          <p:nvPr/>
        </p:nvGrpSpPr>
        <p:grpSpPr>
          <a:xfrm>
            <a:off x="312228" y="526420"/>
            <a:ext cx="1889581" cy="307777"/>
            <a:chOff x="276834" y="526420"/>
            <a:chExt cx="1889581" cy="30777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7ABD0AC-8A9C-35DB-6C53-6A8D0FAF6B6A}"/>
                </a:ext>
              </a:extLst>
            </p:cNvPr>
            <p:cNvSpPr txBox="1"/>
            <p:nvPr/>
          </p:nvSpPr>
          <p:spPr>
            <a:xfrm>
              <a:off x="371982" y="526420"/>
              <a:ext cx="17944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컬럼</a:t>
              </a:r>
              <a:endParaRPr lang="en-US" altLang="ko-KR" sz="140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7E71DBC0-E15B-897E-644A-0D218AC54ACA}"/>
                </a:ext>
              </a:extLst>
            </p:cNvPr>
            <p:cNvSpPr/>
            <p:nvPr/>
          </p:nvSpPr>
          <p:spPr>
            <a:xfrm>
              <a:off x="276834" y="568909"/>
              <a:ext cx="45719" cy="2229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EDF12C8-E909-54EF-8AF1-CFFA107C383E}"/>
              </a:ext>
            </a:extLst>
          </p:cNvPr>
          <p:cNvGrpSpPr/>
          <p:nvPr/>
        </p:nvGrpSpPr>
        <p:grpSpPr>
          <a:xfrm>
            <a:off x="755572" y="1363308"/>
            <a:ext cx="97696" cy="46339"/>
            <a:chOff x="4427771" y="1579261"/>
            <a:chExt cx="334729" cy="158768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9D4CF0C8-A4E2-03BC-A061-253B9BCDB449}"/>
                </a:ext>
              </a:extLst>
            </p:cNvPr>
            <p:cNvCxnSpPr/>
            <p:nvPr/>
          </p:nvCxnSpPr>
          <p:spPr>
            <a:xfrm>
              <a:off x="4427771" y="1591961"/>
              <a:ext cx="184150" cy="146068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84528535-7580-F05E-9CAF-62209F83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2871" y="1579261"/>
              <a:ext cx="169629" cy="15240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A367C36-291A-1B95-6154-879467864529}"/>
              </a:ext>
            </a:extLst>
          </p:cNvPr>
          <p:cNvCxnSpPr>
            <a:cxnSpLocks/>
          </p:cNvCxnSpPr>
          <p:nvPr/>
        </p:nvCxnSpPr>
        <p:spPr>
          <a:xfrm>
            <a:off x="867473" y="2243785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A2E22DF-6318-7A00-9123-562BB3B03D5A}"/>
              </a:ext>
            </a:extLst>
          </p:cNvPr>
          <p:cNvGrpSpPr/>
          <p:nvPr/>
        </p:nvGrpSpPr>
        <p:grpSpPr>
          <a:xfrm>
            <a:off x="795177" y="2110199"/>
            <a:ext cx="97696" cy="46339"/>
            <a:chOff x="4427771" y="1579261"/>
            <a:chExt cx="334729" cy="158768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23BC4C70-3653-C5C5-58FF-1D53E2C4A0AA}"/>
                </a:ext>
              </a:extLst>
            </p:cNvPr>
            <p:cNvCxnSpPr/>
            <p:nvPr/>
          </p:nvCxnSpPr>
          <p:spPr>
            <a:xfrm>
              <a:off x="4427771" y="1591961"/>
              <a:ext cx="184150" cy="146068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B660423D-679A-57A6-EAD2-D62C56D67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2871" y="1579261"/>
              <a:ext cx="169629" cy="15240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팔각형 4">
            <a:extLst>
              <a:ext uri="{FF2B5EF4-FFF2-40B4-BE49-F238E27FC236}">
                <a16:creationId xmlns:a16="http://schemas.microsoft.com/office/drawing/2014/main" id="{4553AD09-0212-4F3E-6747-317EFC327C1A}"/>
              </a:ext>
            </a:extLst>
          </p:cNvPr>
          <p:cNvSpPr/>
          <p:nvPr/>
        </p:nvSpPr>
        <p:spPr>
          <a:xfrm>
            <a:off x="1253743" y="962671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10" name="팔각형 9">
            <a:extLst>
              <a:ext uri="{FF2B5EF4-FFF2-40B4-BE49-F238E27FC236}">
                <a16:creationId xmlns:a16="http://schemas.microsoft.com/office/drawing/2014/main" id="{619E8EF9-366A-435A-F783-C581A2EF37E6}"/>
              </a:ext>
            </a:extLst>
          </p:cNvPr>
          <p:cNvSpPr/>
          <p:nvPr/>
        </p:nvSpPr>
        <p:spPr>
          <a:xfrm>
            <a:off x="4597400" y="1076971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9404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0BDB59F-8C72-CEE6-3563-2D328E389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93977"/>
              </p:ext>
            </p:extLst>
          </p:nvPr>
        </p:nvGraphicFramePr>
        <p:xfrm>
          <a:off x="287028" y="596900"/>
          <a:ext cx="8762999" cy="2927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27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335048435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111886930"/>
                    </a:ext>
                  </a:extLst>
                </a:gridCol>
              </a:tblGrid>
              <a:tr h="496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성명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참조사항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49688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생년월일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35975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홍길동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부장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혁신기획팀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2003.05.21</a:t>
                      </a:r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송파구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838205"/>
                  </a:ext>
                </a:extLst>
              </a:tr>
              <a:tr h="5081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신길동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감사팀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  <a:tr h="5271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1998.12.12</a:t>
                      </a:r>
                      <a:endParaRPr lang="ko-KR" altLang="en-US" sz="120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강남구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617285"/>
                  </a:ext>
                </a:extLst>
              </a:tr>
            </a:tbl>
          </a:graphicData>
        </a:graphic>
      </p:graphicFrame>
      <p:sp>
        <p:nvSpPr>
          <p:cNvPr id="7" name="팔각형 6">
            <a:extLst>
              <a:ext uri="{FF2B5EF4-FFF2-40B4-BE49-F238E27FC236}">
                <a16:creationId xmlns:a16="http://schemas.microsoft.com/office/drawing/2014/main" id="{2D1D201D-C676-C4A3-828C-89EE7053A144}"/>
              </a:ext>
            </a:extLst>
          </p:cNvPr>
          <p:cNvSpPr/>
          <p:nvPr/>
        </p:nvSpPr>
        <p:spPr>
          <a:xfrm>
            <a:off x="381000" y="521394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64AAF-65C9-B2E2-8E84-BE8F460834B8}"/>
              </a:ext>
            </a:extLst>
          </p:cNvPr>
          <p:cNvSpPr txBox="1"/>
          <p:nvPr/>
        </p:nvSpPr>
        <p:spPr>
          <a:xfrm>
            <a:off x="9644372" y="491698"/>
            <a:ext cx="226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테이블 헤더와 줄이 연계해서 같은 컬럼이 들어가야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헤더에서 </a:t>
            </a:r>
            <a:r>
              <a:rPr lang="en-US" altLang="ko-KR" sz="1200"/>
              <a:t>merge</a:t>
            </a:r>
            <a:r>
              <a:rPr lang="ko-KR" altLang="en-US" sz="1200"/>
              <a:t>할 경우 줄에도 같은 형식으로 들어가야 함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0E997C-5837-6115-36EA-51C103914507}"/>
              </a:ext>
            </a:extLst>
          </p:cNvPr>
          <p:cNvSpPr/>
          <p:nvPr/>
        </p:nvSpPr>
        <p:spPr>
          <a:xfrm>
            <a:off x="152400" y="1560524"/>
            <a:ext cx="9194800" cy="938848"/>
          </a:xfrm>
          <a:prstGeom prst="roundRect">
            <a:avLst>
              <a:gd name="adj" fmla="val 10518"/>
            </a:avLst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팔각형 14">
            <a:extLst>
              <a:ext uri="{FF2B5EF4-FFF2-40B4-BE49-F238E27FC236}">
                <a16:creationId xmlns:a16="http://schemas.microsoft.com/office/drawing/2014/main" id="{5C76A15D-580A-50B0-D4C4-98A67236370C}"/>
              </a:ext>
            </a:extLst>
          </p:cNvPr>
          <p:cNvSpPr/>
          <p:nvPr/>
        </p:nvSpPr>
        <p:spPr>
          <a:xfrm>
            <a:off x="152400" y="1471494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60481-F1CB-36F0-BED6-65AC5F096981}"/>
              </a:ext>
            </a:extLst>
          </p:cNvPr>
          <p:cNvSpPr txBox="1"/>
          <p:nvPr/>
        </p:nvSpPr>
        <p:spPr>
          <a:xfrm>
            <a:off x="9779002" y="1974386"/>
            <a:ext cx="226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헤더와 줄 수가 같을 경우 헤더의 형식에 따라 줄에 내용도 같이 들어가야 함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0" name="팔각형 9">
            <a:extLst>
              <a:ext uri="{FF2B5EF4-FFF2-40B4-BE49-F238E27FC236}">
                <a16:creationId xmlns:a16="http://schemas.microsoft.com/office/drawing/2014/main" id="{619E8EF9-366A-435A-F783-C581A2EF37E6}"/>
              </a:ext>
            </a:extLst>
          </p:cNvPr>
          <p:cNvSpPr/>
          <p:nvPr/>
        </p:nvSpPr>
        <p:spPr>
          <a:xfrm>
            <a:off x="9461500" y="2029948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id="{F6C58648-AE4F-68D9-64BC-D6CE2C664411}"/>
              </a:ext>
            </a:extLst>
          </p:cNvPr>
          <p:cNvSpPr/>
          <p:nvPr/>
        </p:nvSpPr>
        <p:spPr>
          <a:xfrm>
            <a:off x="9347200" y="514697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39752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0BDB59F-8C72-CEE6-3563-2D328E389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39112"/>
              </p:ext>
            </p:extLst>
          </p:nvPr>
        </p:nvGraphicFramePr>
        <p:xfrm>
          <a:off x="287028" y="596900"/>
          <a:ext cx="8762999" cy="195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27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335048435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111886930"/>
                    </a:ext>
                  </a:extLst>
                </a:gridCol>
              </a:tblGrid>
              <a:tr h="4968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직첵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참조사항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4968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35975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홍길동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부장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혁신기획팀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5081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신길동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감사팀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</a:tbl>
          </a:graphicData>
        </a:graphic>
      </p:graphicFrame>
      <p:sp>
        <p:nvSpPr>
          <p:cNvPr id="7" name="팔각형 6">
            <a:extLst>
              <a:ext uri="{FF2B5EF4-FFF2-40B4-BE49-F238E27FC236}">
                <a16:creationId xmlns:a16="http://schemas.microsoft.com/office/drawing/2014/main" id="{2D1D201D-C676-C4A3-828C-89EE7053A144}"/>
              </a:ext>
            </a:extLst>
          </p:cNvPr>
          <p:cNvSpPr/>
          <p:nvPr/>
        </p:nvSpPr>
        <p:spPr>
          <a:xfrm>
            <a:off x="381000" y="521394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64AAF-65C9-B2E2-8E84-BE8F460834B8}"/>
              </a:ext>
            </a:extLst>
          </p:cNvPr>
          <p:cNvSpPr txBox="1"/>
          <p:nvPr/>
        </p:nvSpPr>
        <p:spPr>
          <a:xfrm>
            <a:off x="9644372" y="491698"/>
            <a:ext cx="226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헤더와 줄의 개수가 다를 경우 현행처럼 유지하데 헤더의 상하 셀이 </a:t>
            </a:r>
            <a:r>
              <a:rPr lang="en-US" altLang="ko-KR" sz="1200"/>
              <a:t>merge</a:t>
            </a:r>
            <a:r>
              <a:rPr lang="ko-KR" altLang="en-US" sz="1200"/>
              <a:t>되어야 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0E997C-5837-6115-36EA-51C103914507}"/>
              </a:ext>
            </a:extLst>
          </p:cNvPr>
          <p:cNvSpPr/>
          <p:nvPr/>
        </p:nvSpPr>
        <p:spPr>
          <a:xfrm>
            <a:off x="152400" y="1560524"/>
            <a:ext cx="9194800" cy="469424"/>
          </a:xfrm>
          <a:prstGeom prst="roundRect">
            <a:avLst>
              <a:gd name="adj" fmla="val 10518"/>
            </a:avLst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id="{F6C58648-AE4F-68D9-64BC-D6CE2C664411}"/>
              </a:ext>
            </a:extLst>
          </p:cNvPr>
          <p:cNvSpPr/>
          <p:nvPr/>
        </p:nvSpPr>
        <p:spPr>
          <a:xfrm>
            <a:off x="9347200" y="514697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024357-BB2F-55D8-9CB4-FBF7E2D0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99" y="3933793"/>
            <a:ext cx="7893456" cy="122561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ED3C29-8592-978D-7070-00C2E27342C4}"/>
              </a:ext>
            </a:extLst>
          </p:cNvPr>
          <p:cNvSpPr/>
          <p:nvPr/>
        </p:nvSpPr>
        <p:spPr>
          <a:xfrm>
            <a:off x="4949687" y="4399722"/>
            <a:ext cx="3617843" cy="22528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DF705C-7614-B95A-DB86-960C89DCE954}"/>
              </a:ext>
            </a:extLst>
          </p:cNvPr>
          <p:cNvSpPr/>
          <p:nvPr/>
        </p:nvSpPr>
        <p:spPr>
          <a:xfrm>
            <a:off x="6758608" y="4625010"/>
            <a:ext cx="1808921" cy="2849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8B10454-B7C8-8AE9-70E2-FADB0FB55F75}"/>
              </a:ext>
            </a:extLst>
          </p:cNvPr>
          <p:cNvSpPr/>
          <p:nvPr/>
        </p:nvSpPr>
        <p:spPr>
          <a:xfrm>
            <a:off x="4949686" y="4625010"/>
            <a:ext cx="1808921" cy="2849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62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19538B-1CEC-AE42-F685-0DD70E10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9" y="394350"/>
            <a:ext cx="11119874" cy="5331174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278F44-64AD-85B1-9C31-5E58BD0A2476}"/>
              </a:ext>
            </a:extLst>
          </p:cNvPr>
          <p:cNvSpPr/>
          <p:nvPr/>
        </p:nvSpPr>
        <p:spPr>
          <a:xfrm>
            <a:off x="324969" y="745811"/>
            <a:ext cx="11250732" cy="605460"/>
          </a:xfrm>
          <a:prstGeom prst="roundRect">
            <a:avLst>
              <a:gd name="adj" fmla="val 2402"/>
            </a:avLst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팔각형 4">
            <a:extLst>
              <a:ext uri="{FF2B5EF4-FFF2-40B4-BE49-F238E27FC236}">
                <a16:creationId xmlns:a16="http://schemas.microsoft.com/office/drawing/2014/main" id="{9F20121E-EBD3-7626-0638-B375278F9BD1}"/>
              </a:ext>
            </a:extLst>
          </p:cNvPr>
          <p:cNvSpPr/>
          <p:nvPr/>
        </p:nvSpPr>
        <p:spPr>
          <a:xfrm>
            <a:off x="680792" y="618811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8" name="사각형: 모서리가 접힌 도형 7">
            <a:extLst>
              <a:ext uri="{FF2B5EF4-FFF2-40B4-BE49-F238E27FC236}">
                <a16:creationId xmlns:a16="http://schemas.microsoft.com/office/drawing/2014/main" id="{1EA9F4C9-9911-85B1-B9D5-2E162E68E92D}"/>
              </a:ext>
            </a:extLst>
          </p:cNvPr>
          <p:cNvSpPr/>
          <p:nvPr/>
        </p:nvSpPr>
        <p:spPr>
          <a:xfrm>
            <a:off x="1045027" y="534876"/>
            <a:ext cx="1617785" cy="513665"/>
          </a:xfrm>
          <a:prstGeom prst="foldedCorner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전체헤더 영역 삭제</a:t>
            </a:r>
          </a:p>
        </p:txBody>
      </p:sp>
      <p:sp>
        <p:nvSpPr>
          <p:cNvPr id="9" name="팔각형 8">
            <a:extLst>
              <a:ext uri="{FF2B5EF4-FFF2-40B4-BE49-F238E27FC236}">
                <a16:creationId xmlns:a16="http://schemas.microsoft.com/office/drawing/2014/main" id="{6466978F-15A1-AA6A-6A12-8BABA5C94D85}"/>
              </a:ext>
            </a:extLst>
          </p:cNvPr>
          <p:cNvSpPr/>
          <p:nvPr/>
        </p:nvSpPr>
        <p:spPr>
          <a:xfrm>
            <a:off x="590187" y="2805937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2" name="사각형: 모서리가 접힌 도형 11">
            <a:extLst>
              <a:ext uri="{FF2B5EF4-FFF2-40B4-BE49-F238E27FC236}">
                <a16:creationId xmlns:a16="http://schemas.microsoft.com/office/drawing/2014/main" id="{6C463B4B-898E-99BA-9295-B2AE4A9A7150}"/>
              </a:ext>
            </a:extLst>
          </p:cNvPr>
          <p:cNvSpPr/>
          <p:nvPr/>
        </p:nvSpPr>
        <p:spPr>
          <a:xfrm>
            <a:off x="590187" y="3288840"/>
            <a:ext cx="1753420" cy="1084705"/>
          </a:xfrm>
          <a:prstGeom prst="foldedCorner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상위 헤더를 클릭해도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하위 헤더를 클릭했을때와 똑 같이 표시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01AF3A-AB78-B650-FFD9-FF8C753F9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996" y="1562206"/>
            <a:ext cx="2680935" cy="3703992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0B221EA-55D0-DA5D-363B-87EDE7B24B00}"/>
              </a:ext>
            </a:extLst>
          </p:cNvPr>
          <p:cNvSpPr/>
          <p:nvPr/>
        </p:nvSpPr>
        <p:spPr>
          <a:xfrm>
            <a:off x="1853919" y="2693707"/>
            <a:ext cx="823965" cy="478460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067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0BDB59F-8C72-CEE6-3563-2D328E389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5365"/>
              </p:ext>
            </p:extLst>
          </p:nvPr>
        </p:nvGraphicFramePr>
        <p:xfrm>
          <a:off x="287028" y="596900"/>
          <a:ext cx="8762999" cy="195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27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335048435"/>
                    </a:ext>
                  </a:extLst>
                </a:gridCol>
                <a:gridCol w="2314024">
                  <a:extLst>
                    <a:ext uri="{9D8B030D-6E8A-4147-A177-3AD203B41FA5}">
                      <a16:colId xmlns:a16="http://schemas.microsoft.com/office/drawing/2014/main" val="1111886930"/>
                    </a:ext>
                  </a:extLst>
                </a:gridCol>
              </a:tblGrid>
              <a:tr h="496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작업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주소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496887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35975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홍길동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부장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작업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강남구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508158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혁신기획팀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</a:tbl>
          </a:graphicData>
        </a:graphic>
      </p:graphicFrame>
      <p:sp>
        <p:nvSpPr>
          <p:cNvPr id="7" name="팔각형 6">
            <a:extLst>
              <a:ext uri="{FF2B5EF4-FFF2-40B4-BE49-F238E27FC236}">
                <a16:creationId xmlns:a16="http://schemas.microsoft.com/office/drawing/2014/main" id="{2D1D201D-C676-C4A3-828C-89EE7053A144}"/>
              </a:ext>
            </a:extLst>
          </p:cNvPr>
          <p:cNvSpPr/>
          <p:nvPr/>
        </p:nvSpPr>
        <p:spPr>
          <a:xfrm>
            <a:off x="5325139" y="3673208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64AAF-65C9-B2E2-8E84-BE8F460834B8}"/>
              </a:ext>
            </a:extLst>
          </p:cNvPr>
          <p:cNvSpPr txBox="1"/>
          <p:nvPr/>
        </p:nvSpPr>
        <p:spPr>
          <a:xfrm>
            <a:off x="9644372" y="3341224"/>
            <a:ext cx="226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헤더와 줄의 개수가 다를 경우 현행처럼 유지하데 헤더의 상하 셀이 </a:t>
            </a:r>
            <a:r>
              <a:rPr lang="en-US" altLang="ko-KR" sz="1200"/>
              <a:t>merge</a:t>
            </a:r>
            <a:r>
              <a:rPr lang="ko-KR" altLang="en-US" sz="1200"/>
              <a:t>되어야 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0E997C-5837-6115-36EA-51C103914507}"/>
              </a:ext>
            </a:extLst>
          </p:cNvPr>
          <p:cNvSpPr/>
          <p:nvPr/>
        </p:nvSpPr>
        <p:spPr>
          <a:xfrm>
            <a:off x="152400" y="4207604"/>
            <a:ext cx="9194800" cy="469424"/>
          </a:xfrm>
          <a:prstGeom prst="roundRect">
            <a:avLst>
              <a:gd name="adj" fmla="val 10518"/>
            </a:avLst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id="{F6C58648-AE4F-68D9-64BC-D6CE2C664411}"/>
              </a:ext>
            </a:extLst>
          </p:cNvPr>
          <p:cNvSpPr/>
          <p:nvPr/>
        </p:nvSpPr>
        <p:spPr>
          <a:xfrm>
            <a:off x="9347200" y="3364223"/>
            <a:ext cx="228600" cy="254000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024357-BB2F-55D8-9CB4-FBF7E2D0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99" y="5117690"/>
            <a:ext cx="7893456" cy="122561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ED3C29-8592-978D-7070-00C2E27342C4}"/>
              </a:ext>
            </a:extLst>
          </p:cNvPr>
          <p:cNvSpPr/>
          <p:nvPr/>
        </p:nvSpPr>
        <p:spPr>
          <a:xfrm>
            <a:off x="4949687" y="5583619"/>
            <a:ext cx="3617843" cy="22528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DF705C-7614-B95A-DB86-960C89DCE954}"/>
              </a:ext>
            </a:extLst>
          </p:cNvPr>
          <p:cNvSpPr/>
          <p:nvPr/>
        </p:nvSpPr>
        <p:spPr>
          <a:xfrm>
            <a:off x="6758608" y="5808907"/>
            <a:ext cx="1808921" cy="2849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8B10454-B7C8-8AE9-70E2-FADB0FB55F75}"/>
              </a:ext>
            </a:extLst>
          </p:cNvPr>
          <p:cNvSpPr/>
          <p:nvPr/>
        </p:nvSpPr>
        <p:spPr>
          <a:xfrm>
            <a:off x="4949686" y="5808907"/>
            <a:ext cx="1808921" cy="2849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14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0BDB59F-8C72-CEE6-3563-2D328E389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739680"/>
              </p:ext>
            </p:extLst>
          </p:nvPr>
        </p:nvGraphicFramePr>
        <p:xfrm>
          <a:off x="287028" y="596900"/>
          <a:ext cx="5681972" cy="946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196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3179776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</a:tblGrid>
              <a:tr h="496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홍길동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부장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E35598E-D62D-9BA4-90CC-2F4274BD4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2760"/>
              </p:ext>
            </p:extLst>
          </p:nvPr>
        </p:nvGraphicFramePr>
        <p:xfrm>
          <a:off x="287028" y="3334427"/>
          <a:ext cx="5681972" cy="144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196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3179776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</a:tblGrid>
              <a:tr h="4968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49688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title1</a:t>
                      </a:r>
                      <a:endParaRPr lang="ko-KR" altLang="en-US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title2</a:t>
                      </a:r>
                      <a:endParaRPr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35975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홍길동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부장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B8B680F0-0E20-53E0-E299-7E45707380AC}"/>
              </a:ext>
            </a:extLst>
          </p:cNvPr>
          <p:cNvSpPr/>
          <p:nvPr/>
        </p:nvSpPr>
        <p:spPr>
          <a:xfrm>
            <a:off x="2501900" y="1965663"/>
            <a:ext cx="774700" cy="9460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70979-56A7-C1E1-5222-3772AA05C67D}"/>
              </a:ext>
            </a:extLst>
          </p:cNvPr>
          <p:cNvSpPr txBox="1"/>
          <p:nvPr/>
        </p:nvSpPr>
        <p:spPr>
          <a:xfrm>
            <a:off x="7078972" y="1173639"/>
            <a:ext cx="3449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Ag-grid </a:t>
            </a:r>
            <a:r>
              <a:rPr lang="ko-KR" altLang="en-US" sz="1400"/>
              <a:t>속성창에 </a:t>
            </a:r>
            <a:r>
              <a:rPr lang="en-US" altLang="ko-KR" sz="1400"/>
              <a:t>header rows 1</a:t>
            </a:r>
            <a:r>
              <a:rPr lang="ko-KR" altLang="en-US" sz="1400"/>
              <a:t>에서 </a:t>
            </a:r>
            <a:r>
              <a:rPr lang="en-US" altLang="ko-KR" sz="1400"/>
              <a:t>2</a:t>
            </a:r>
            <a:r>
              <a:rPr lang="ko-KR" altLang="en-US" sz="1400"/>
              <a:t>로 변경하면 그림에서 처럼 </a:t>
            </a:r>
            <a:r>
              <a:rPr lang="en-US" altLang="ko-KR" sz="1400"/>
              <a:t>header</a:t>
            </a:r>
            <a:r>
              <a:rPr lang="ko-KR" altLang="en-US" sz="1400"/>
              <a:t>의 줄이 </a:t>
            </a:r>
            <a:r>
              <a:rPr lang="en-US" altLang="ko-KR" sz="1400"/>
              <a:t>2</a:t>
            </a:r>
            <a:r>
              <a:rPr lang="ko-KR" altLang="en-US" sz="1400"/>
              <a:t>둘 생김</a:t>
            </a:r>
          </a:p>
        </p:txBody>
      </p:sp>
      <p:sp>
        <p:nvSpPr>
          <p:cNvPr id="12" name="팔각형 11">
            <a:extLst>
              <a:ext uri="{FF2B5EF4-FFF2-40B4-BE49-F238E27FC236}">
                <a16:creationId xmlns:a16="http://schemas.microsoft.com/office/drawing/2014/main" id="{AD6350B6-4D2F-3A2F-5244-EE7EEDF116CB}"/>
              </a:ext>
            </a:extLst>
          </p:cNvPr>
          <p:cNvSpPr/>
          <p:nvPr/>
        </p:nvSpPr>
        <p:spPr>
          <a:xfrm>
            <a:off x="6731000" y="1196637"/>
            <a:ext cx="279400" cy="255277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13" name="팔각형 12">
            <a:extLst>
              <a:ext uri="{FF2B5EF4-FFF2-40B4-BE49-F238E27FC236}">
                <a16:creationId xmlns:a16="http://schemas.microsoft.com/office/drawing/2014/main" id="{6F760590-99CB-9E11-3EB8-513BAB92A947}"/>
              </a:ext>
            </a:extLst>
          </p:cNvPr>
          <p:cNvSpPr/>
          <p:nvPr/>
        </p:nvSpPr>
        <p:spPr>
          <a:xfrm>
            <a:off x="2222500" y="2167946"/>
            <a:ext cx="279400" cy="255277"/>
          </a:xfrm>
          <a:prstGeom prst="octagon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53349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E6711CDB-6328-0B69-6535-1191791A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0" y="3401066"/>
            <a:ext cx="7988711" cy="25782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1A3934-CE5A-44FA-4C77-CFEF4E20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19" y="358710"/>
            <a:ext cx="8007762" cy="2533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456668-4CDC-BD88-9DD2-DE454C7C1728}"/>
              </a:ext>
            </a:extLst>
          </p:cNvPr>
          <p:cNvSpPr txBox="1"/>
          <p:nvPr/>
        </p:nvSpPr>
        <p:spPr>
          <a:xfrm>
            <a:off x="8742671" y="602138"/>
            <a:ext cx="3249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편집모드에서 오른쪽 키 클릭 시 바로 오른쪽 셀로 이동</a:t>
            </a:r>
          </a:p>
        </p:txBody>
      </p:sp>
      <p:sp>
        <p:nvSpPr>
          <p:cNvPr id="12" name="팔각형 11">
            <a:extLst>
              <a:ext uri="{FF2B5EF4-FFF2-40B4-BE49-F238E27FC236}">
                <a16:creationId xmlns:a16="http://schemas.microsoft.com/office/drawing/2014/main" id="{B987AC3D-8C72-D1D5-C9B4-B025E64A676A}"/>
              </a:ext>
            </a:extLst>
          </p:cNvPr>
          <p:cNvSpPr/>
          <p:nvPr/>
        </p:nvSpPr>
        <p:spPr>
          <a:xfrm>
            <a:off x="8432800" y="625137"/>
            <a:ext cx="241300" cy="276563"/>
          </a:xfrm>
          <a:prstGeom prst="octagon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AE77EB2-3E30-1B26-DB2C-2D6FB19B5570}"/>
              </a:ext>
            </a:extLst>
          </p:cNvPr>
          <p:cNvSpPr/>
          <p:nvPr/>
        </p:nvSpPr>
        <p:spPr>
          <a:xfrm>
            <a:off x="2422773" y="4061977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F81452C-AE81-A589-9E80-01AC70DB49A2}"/>
              </a:ext>
            </a:extLst>
          </p:cNvPr>
          <p:cNvSpPr/>
          <p:nvPr/>
        </p:nvSpPr>
        <p:spPr>
          <a:xfrm rot="5400000">
            <a:off x="4521056" y="1042745"/>
            <a:ext cx="184359" cy="1562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팔각형 16">
            <a:extLst>
              <a:ext uri="{FF2B5EF4-FFF2-40B4-BE49-F238E27FC236}">
                <a16:creationId xmlns:a16="http://schemas.microsoft.com/office/drawing/2014/main" id="{A8850727-DE63-5E04-493A-B6B729660567}"/>
              </a:ext>
            </a:extLst>
          </p:cNvPr>
          <p:cNvSpPr/>
          <p:nvPr/>
        </p:nvSpPr>
        <p:spPr>
          <a:xfrm>
            <a:off x="4739802" y="953700"/>
            <a:ext cx="241300" cy="276563"/>
          </a:xfrm>
          <a:prstGeom prst="octagon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C06E9-9E9D-9BD1-D06F-520D3957F10A}"/>
              </a:ext>
            </a:extLst>
          </p:cNvPr>
          <p:cNvSpPr txBox="1"/>
          <p:nvPr/>
        </p:nvSpPr>
        <p:spPr>
          <a:xfrm>
            <a:off x="8742671" y="1376838"/>
            <a:ext cx="3249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편집모드에서 아래쪽 키 클릭 시 바로 아래쪽 셀로 이동</a:t>
            </a:r>
          </a:p>
        </p:txBody>
      </p:sp>
      <p:sp>
        <p:nvSpPr>
          <p:cNvPr id="19" name="팔각형 18">
            <a:extLst>
              <a:ext uri="{FF2B5EF4-FFF2-40B4-BE49-F238E27FC236}">
                <a16:creationId xmlns:a16="http://schemas.microsoft.com/office/drawing/2014/main" id="{943B6B9D-C50F-0AB4-0DFD-590C3BD9C29F}"/>
              </a:ext>
            </a:extLst>
          </p:cNvPr>
          <p:cNvSpPr/>
          <p:nvPr/>
        </p:nvSpPr>
        <p:spPr>
          <a:xfrm>
            <a:off x="8432800" y="1399837"/>
            <a:ext cx="241300" cy="276563"/>
          </a:xfrm>
          <a:prstGeom prst="octagon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B7B406C-EE6A-17DB-6366-1E837638957E}"/>
              </a:ext>
            </a:extLst>
          </p:cNvPr>
          <p:cNvSpPr/>
          <p:nvPr/>
        </p:nvSpPr>
        <p:spPr>
          <a:xfrm>
            <a:off x="3086100" y="1686973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팔각형 20">
            <a:extLst>
              <a:ext uri="{FF2B5EF4-FFF2-40B4-BE49-F238E27FC236}">
                <a16:creationId xmlns:a16="http://schemas.microsoft.com/office/drawing/2014/main" id="{85FEFE2D-11A4-77DF-2EB5-BD8124E6AF2C}"/>
              </a:ext>
            </a:extLst>
          </p:cNvPr>
          <p:cNvSpPr/>
          <p:nvPr/>
        </p:nvSpPr>
        <p:spPr>
          <a:xfrm>
            <a:off x="2810514" y="1548691"/>
            <a:ext cx="241300" cy="276563"/>
          </a:xfrm>
          <a:prstGeom prst="octagon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1DA4C3-4182-6671-D9B4-16BBA0F9F57D}"/>
              </a:ext>
            </a:extLst>
          </p:cNvPr>
          <p:cNvSpPr txBox="1"/>
          <p:nvPr/>
        </p:nvSpPr>
        <p:spPr>
          <a:xfrm>
            <a:off x="8742671" y="2174537"/>
            <a:ext cx="3249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오른쪽 키 클릭 시 바로 오른쪽 셀로 이동 </a:t>
            </a:r>
          </a:p>
        </p:txBody>
      </p:sp>
      <p:sp>
        <p:nvSpPr>
          <p:cNvPr id="23" name="팔각형 22">
            <a:extLst>
              <a:ext uri="{FF2B5EF4-FFF2-40B4-BE49-F238E27FC236}">
                <a16:creationId xmlns:a16="http://schemas.microsoft.com/office/drawing/2014/main" id="{96E211F3-85D0-993E-1F93-F90EC4B40822}"/>
              </a:ext>
            </a:extLst>
          </p:cNvPr>
          <p:cNvSpPr/>
          <p:nvPr/>
        </p:nvSpPr>
        <p:spPr>
          <a:xfrm>
            <a:off x="8432800" y="2197536"/>
            <a:ext cx="241300" cy="276563"/>
          </a:xfrm>
          <a:prstGeom prst="octagon">
            <a:avLst/>
          </a:prstGeom>
          <a:solidFill>
            <a:srgbClr val="FF0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79699A85-CE16-FE1F-A61E-B88613297FBD}"/>
              </a:ext>
            </a:extLst>
          </p:cNvPr>
          <p:cNvSpPr/>
          <p:nvPr/>
        </p:nvSpPr>
        <p:spPr>
          <a:xfrm>
            <a:off x="2410974" y="4339247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D1286537-EB01-C1E2-B3B0-F5D217E578DD}"/>
              </a:ext>
            </a:extLst>
          </p:cNvPr>
          <p:cNvSpPr/>
          <p:nvPr/>
        </p:nvSpPr>
        <p:spPr>
          <a:xfrm>
            <a:off x="4335630" y="4339247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247879BF-9D8A-0FC6-40B6-9B3956AE73F6}"/>
              </a:ext>
            </a:extLst>
          </p:cNvPr>
          <p:cNvSpPr/>
          <p:nvPr/>
        </p:nvSpPr>
        <p:spPr>
          <a:xfrm>
            <a:off x="6040544" y="4073694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0D92A068-11F5-744C-7605-9891EBF57FFC}"/>
              </a:ext>
            </a:extLst>
          </p:cNvPr>
          <p:cNvSpPr/>
          <p:nvPr/>
        </p:nvSpPr>
        <p:spPr>
          <a:xfrm>
            <a:off x="6040544" y="4339246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8A884B0D-C44A-6ED7-D23B-2BF0F4FC949E}"/>
              </a:ext>
            </a:extLst>
          </p:cNvPr>
          <p:cNvSpPr/>
          <p:nvPr/>
        </p:nvSpPr>
        <p:spPr>
          <a:xfrm>
            <a:off x="2398698" y="4616517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8EC567D7-F8B1-EA80-B286-D2A26BC8B81E}"/>
              </a:ext>
            </a:extLst>
          </p:cNvPr>
          <p:cNvSpPr/>
          <p:nvPr/>
        </p:nvSpPr>
        <p:spPr>
          <a:xfrm>
            <a:off x="2398698" y="4882003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37F40763-109C-7F48-97D9-47B1820AE6A6}"/>
              </a:ext>
            </a:extLst>
          </p:cNvPr>
          <p:cNvSpPr/>
          <p:nvPr/>
        </p:nvSpPr>
        <p:spPr>
          <a:xfrm>
            <a:off x="4283035" y="4882002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5F15BD63-56BD-7330-8F76-85D763361E64}"/>
              </a:ext>
            </a:extLst>
          </p:cNvPr>
          <p:cNvSpPr/>
          <p:nvPr/>
        </p:nvSpPr>
        <p:spPr>
          <a:xfrm>
            <a:off x="6040544" y="4882001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392CC4C9-0043-348C-8E6D-02ED4EA151C2}"/>
              </a:ext>
            </a:extLst>
          </p:cNvPr>
          <p:cNvSpPr/>
          <p:nvPr/>
        </p:nvSpPr>
        <p:spPr>
          <a:xfrm>
            <a:off x="6031291" y="4619766"/>
            <a:ext cx="330200" cy="149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62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F32BBF-6D6C-CD56-6E91-1B201EB8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95444"/>
            <a:ext cx="10617299" cy="33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9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14100</TotalTime>
  <Words>540</Words>
  <Application>Microsoft Office PowerPoint</Application>
  <PresentationFormat>와이드스크린</PresentationFormat>
  <Paragraphs>263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바탕체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moonchel kang</dc:creator>
  <cp:lastModifiedBy>moonchel kang</cp:lastModifiedBy>
  <cp:revision>25</cp:revision>
  <dcterms:created xsi:type="dcterms:W3CDTF">2026-06-19T00:41:41Z</dcterms:created>
  <dcterms:modified xsi:type="dcterms:W3CDTF">2026-07-08T03:51:57Z</dcterms:modified>
</cp:coreProperties>
</file>