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848" autoAdjust="0"/>
    <p:restoredTop sz="94660"/>
  </p:normalViewPr>
  <p:slideViewPr>
    <p:cSldViewPr snapToGrid="0">
      <p:cViewPr varScale="1">
        <p:scale>
          <a:sx n="102" d="100"/>
          <a:sy n="102" d="100"/>
        </p:scale>
        <p:origin x="568" y="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46EC77D-9356-779E-6FA7-AB93581441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6B384491-440F-6015-D5EF-E01BB457660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A8A1AF6-631F-8057-6EE0-6A875A500B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FA9E92-26D2-4973-9671-7F652E9E4432}" type="datetimeFigureOut">
              <a:rPr lang="ko-KR" altLang="en-US" smtClean="0"/>
              <a:t>2026-06-21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5A7C404-960B-AA35-2D28-A72E59E810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2D20270-F65E-0C2F-F035-27DA1C16D1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870150-B180-4134-B696-6CBE2DF932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91871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B19675-6E41-F0A6-2662-1EF24A1582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33421BD-EAC2-34B6-BFBA-1AA64493C0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A2F4B7A-DAF6-F78C-2860-CB716B5D07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FA9E92-26D2-4973-9671-7F652E9E4432}" type="datetimeFigureOut">
              <a:rPr lang="ko-KR" altLang="en-US" smtClean="0"/>
              <a:t>2026-06-21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A8E2EE9-5886-DF12-0B43-D04DA4E990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E814F3D-350E-3CD8-6288-F2C04E3219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870150-B180-4134-B696-6CBE2DF932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326833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BC399E-CC37-961C-6B7F-55A5AD16AF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C339B0B-9394-B465-D53A-B06E527F67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7331935-F68F-AC31-69CB-2E721A95F8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FA9E92-26D2-4973-9671-7F652E9E4432}" type="datetimeFigureOut">
              <a:rPr lang="ko-KR" altLang="en-US" smtClean="0"/>
              <a:t>2026-06-21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4D0E17D-4696-6A65-BE69-9239E8A901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9B33D12-E092-93E3-2084-64F90A5B78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870150-B180-4134-B696-6CBE2DF932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560982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1A6FDC-02CB-0ED2-6E94-1C26E22FC0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047FF9F-8CEC-9DB0-FDC6-CEE7B65E4F7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86A5C5D-61AD-0F89-3C4C-D1C907FB3F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7D26DF2-1828-2063-D6FC-DB698FCE71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FA9E92-26D2-4973-9671-7F652E9E4432}" type="datetimeFigureOut">
              <a:rPr lang="ko-KR" altLang="en-US" smtClean="0"/>
              <a:t>2026-06-21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420300F-8628-C987-B8F4-FFA27A149C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A280683-9777-B4E3-1795-00B0D2F6FD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870150-B180-4134-B696-6CBE2DF932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834844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E047048-DAA6-313D-755D-AA09640835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EE9868A-7425-D1F1-A293-7A9CFCD01B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2DBCB1B-A94B-CFEF-22E9-FA8C04C541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B321AC5-8D1A-53F4-F62F-5173936692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A85E930F-C08E-67CF-451A-410DC42458F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0E502C14-A1A1-76BE-133D-56E0AF3537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FA9E92-26D2-4973-9671-7F652E9E4432}" type="datetimeFigureOut">
              <a:rPr lang="ko-KR" altLang="en-US" smtClean="0"/>
              <a:t>2026-06-21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B4C2248E-AB77-8B3F-36E8-992A3E5A17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539B8F34-A417-5C2D-D25F-F26A8F2216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870150-B180-4134-B696-6CBE2DF932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521150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900EFDD-64AA-D7F6-8EF6-908095413B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45FDCB8-E775-83DE-DD6D-22B4728D8D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FA9E92-26D2-4973-9671-7F652E9E4432}" type="datetimeFigureOut">
              <a:rPr lang="ko-KR" altLang="en-US" smtClean="0"/>
              <a:t>2026-06-21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809C8E7-3F7F-5524-C59E-22D1101BCF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0BF9130-660F-384B-308C-1DB4F3A2DD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870150-B180-4134-B696-6CBE2DF932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017910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247F05A0-3699-AF21-3E02-9F8943F559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FA9E92-26D2-4973-9671-7F652E9E4432}" type="datetimeFigureOut">
              <a:rPr lang="ko-KR" altLang="en-US" smtClean="0"/>
              <a:t>2026-06-21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7FF08C9F-CDC5-5604-1D36-C93725499B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7B5D659-1539-618F-FD5B-672ABB83BD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870150-B180-4134-B696-6CBE2DF932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9928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E5EC316-7334-5967-2BB2-B54B4E6E50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FB851C9-25F6-F38D-EF95-93FAB93F59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B896960-F01C-5828-4D30-980563B22A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D00E651-55E6-262F-A5EE-7D3321EC0D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FA9E92-26D2-4973-9671-7F652E9E4432}" type="datetimeFigureOut">
              <a:rPr lang="ko-KR" altLang="en-US" smtClean="0"/>
              <a:t>2026-06-21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AF1CDBC-34AC-1743-30B6-91003482A2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27019B2-DA1A-F989-C7D3-C54C3416D0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870150-B180-4134-B696-6CBE2DF932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243322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A3CA3D9-6C78-3A50-CCC9-248EB12981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4D3B9A0D-27E5-0B5D-49EA-0FDB556B166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44FA145-BD04-4609-86A7-AA92026CFE0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1E6D5CE-C939-8A38-3801-78CA863BAA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FA9E92-26D2-4973-9671-7F652E9E4432}" type="datetimeFigureOut">
              <a:rPr lang="ko-KR" altLang="en-US" smtClean="0"/>
              <a:t>2026-06-21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9F5BD6A-0A94-A9D0-87FD-83CBE03829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47D97F1-FFA7-4AFD-8D2D-2614D14180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870150-B180-4134-B696-6CBE2DF932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82922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77F0CC-7CCE-14D3-0F93-E29D16A1FB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30654CFC-C557-E958-E5D3-73A6085CAB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5056A42-5960-3A6C-E772-B1B1CA3D2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FA9E92-26D2-4973-9671-7F652E9E4432}" type="datetimeFigureOut">
              <a:rPr lang="ko-KR" altLang="en-US" smtClean="0"/>
              <a:t>2026-06-21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6C04913-17DB-22C9-E9F4-A03B8DA989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A390394-726A-03A6-B893-D75CD86595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870150-B180-4134-B696-6CBE2DF932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162782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2A6CFB14-1D21-2549-ABCE-1816D48835D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71B3BE3-6B96-73B1-1B00-C7CCE70318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CCE64E1-3A3D-1B4B-4F1B-83FAE43A0B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FA9E92-26D2-4973-9671-7F652E9E4432}" type="datetimeFigureOut">
              <a:rPr lang="ko-KR" altLang="en-US" smtClean="0"/>
              <a:t>2026-06-21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FB85B84-85AD-269C-3344-1459DF83D0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7067BE9-1223-C217-0946-15CB45DB91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870150-B180-4134-B696-6CBE2DF932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598504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813DA951-CE35-33B7-8FF7-077C2E54E0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364E0FE-4A0E-E088-9904-FAA978F03E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5588237-E509-8B62-FECA-C6F58977900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8FA9E92-26D2-4973-9671-7F652E9E4432}" type="datetimeFigureOut">
              <a:rPr lang="ko-KR" altLang="en-US" smtClean="0"/>
              <a:t>2026-06-21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4E42B1C-DDD6-2364-70EE-9902E32A1D2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7D85A4D-B629-2D73-DECA-37E7C1AC8AD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5870150-B180-4134-B696-6CBE2DF932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416206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DC56EC1C-BA28-4A9E-28CB-4BDD91CCED3A}"/>
              </a:ext>
            </a:extLst>
          </p:cNvPr>
          <p:cNvSpPr/>
          <p:nvPr/>
        </p:nvSpPr>
        <p:spPr>
          <a:xfrm>
            <a:off x="225777" y="349956"/>
            <a:ext cx="11774311" cy="936977"/>
          </a:xfrm>
          <a:prstGeom prst="roundRect">
            <a:avLst>
              <a:gd name="adj" fmla="val 3460"/>
            </a:avLst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39FB7D1E-872E-D0D4-C010-D7388BCEFD38}"/>
              </a:ext>
            </a:extLst>
          </p:cNvPr>
          <p:cNvSpPr/>
          <p:nvPr/>
        </p:nvSpPr>
        <p:spPr>
          <a:xfrm>
            <a:off x="11232444" y="849333"/>
            <a:ext cx="666045" cy="316089"/>
          </a:xfrm>
          <a:prstGeom prst="roundRect">
            <a:avLst/>
          </a:prstGeom>
          <a:solidFill>
            <a:srgbClr val="0070C0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/>
              <a:t>검색</a:t>
            </a: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6F938F7A-6E53-FCFC-B86A-97685F439F87}"/>
              </a:ext>
            </a:extLst>
          </p:cNvPr>
          <p:cNvSpPr/>
          <p:nvPr/>
        </p:nvSpPr>
        <p:spPr>
          <a:xfrm>
            <a:off x="10397067" y="857955"/>
            <a:ext cx="790221" cy="316089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</a:rPr>
              <a:t>초기화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44B89DD-D08D-B288-7499-D461A5327ADE}"/>
              </a:ext>
            </a:extLst>
          </p:cNvPr>
          <p:cNvSpPr txBox="1"/>
          <p:nvPr/>
        </p:nvSpPr>
        <p:spPr>
          <a:xfrm>
            <a:off x="383822" y="440267"/>
            <a:ext cx="13433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조회분류 </a:t>
            </a:r>
            <a:r>
              <a:rPr lang="en-US" altLang="ko-KR" sz="1400">
                <a:solidFill>
                  <a:srgbClr val="FF0000"/>
                </a:solidFill>
              </a:rPr>
              <a:t>*</a:t>
            </a:r>
            <a:endParaRPr lang="ko-KR" altLang="en-US" sz="1400">
              <a:solidFill>
                <a:srgbClr val="FF0000"/>
              </a:solidFill>
            </a:endParaRPr>
          </a:p>
        </p:txBody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99F8CFF8-748F-9B28-F915-E152F801C111}"/>
              </a:ext>
            </a:extLst>
          </p:cNvPr>
          <p:cNvGrpSpPr/>
          <p:nvPr/>
        </p:nvGrpSpPr>
        <p:grpSpPr>
          <a:xfrm>
            <a:off x="1727199" y="440267"/>
            <a:ext cx="1896534" cy="307777"/>
            <a:chOff x="1727199" y="440267"/>
            <a:chExt cx="1896534" cy="307777"/>
          </a:xfrm>
        </p:grpSpPr>
        <p:sp>
          <p:nvSpPr>
            <p:cNvPr id="9" name="사각형: 둥근 모서리 8">
              <a:extLst>
                <a:ext uri="{FF2B5EF4-FFF2-40B4-BE49-F238E27FC236}">
                  <a16:creationId xmlns:a16="http://schemas.microsoft.com/office/drawing/2014/main" id="{7EBDDD28-F49D-C3D5-F5D3-E34B2240087D}"/>
                </a:ext>
              </a:extLst>
            </p:cNvPr>
            <p:cNvSpPr/>
            <p:nvPr/>
          </p:nvSpPr>
          <p:spPr>
            <a:xfrm>
              <a:off x="1727199" y="440267"/>
              <a:ext cx="1896534" cy="307777"/>
            </a:xfrm>
            <a:prstGeom prst="roundRect">
              <a:avLst/>
            </a:prstGeom>
            <a:noFill/>
            <a:ln w="31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이등변 삼각형 9">
              <a:extLst>
                <a:ext uri="{FF2B5EF4-FFF2-40B4-BE49-F238E27FC236}">
                  <a16:creationId xmlns:a16="http://schemas.microsoft.com/office/drawing/2014/main" id="{1A750F0A-1FBD-32F3-8015-079E138EC2F2}"/>
                </a:ext>
              </a:extLst>
            </p:cNvPr>
            <p:cNvSpPr/>
            <p:nvPr/>
          </p:nvSpPr>
          <p:spPr>
            <a:xfrm rot="10800000">
              <a:off x="3443112" y="567266"/>
              <a:ext cx="90310" cy="76355"/>
            </a:xfrm>
            <a:prstGeom prst="triangl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C9BC9450-2DD3-AE3C-F71D-A14BCFF3FF22}"/>
              </a:ext>
            </a:extLst>
          </p:cNvPr>
          <p:cNvGrpSpPr/>
          <p:nvPr/>
        </p:nvGrpSpPr>
        <p:grpSpPr>
          <a:xfrm>
            <a:off x="3730976" y="434623"/>
            <a:ext cx="1896534" cy="307777"/>
            <a:chOff x="1727199" y="440267"/>
            <a:chExt cx="1896534" cy="307777"/>
          </a:xfrm>
        </p:grpSpPr>
        <p:sp>
          <p:nvSpPr>
            <p:cNvPr id="13" name="사각형: 둥근 모서리 12">
              <a:extLst>
                <a:ext uri="{FF2B5EF4-FFF2-40B4-BE49-F238E27FC236}">
                  <a16:creationId xmlns:a16="http://schemas.microsoft.com/office/drawing/2014/main" id="{6A38166F-12D2-FA72-B88E-ACE142C07117}"/>
                </a:ext>
              </a:extLst>
            </p:cNvPr>
            <p:cNvSpPr/>
            <p:nvPr/>
          </p:nvSpPr>
          <p:spPr>
            <a:xfrm>
              <a:off x="1727199" y="440267"/>
              <a:ext cx="1896534" cy="307777"/>
            </a:xfrm>
            <a:prstGeom prst="roundRect">
              <a:avLst/>
            </a:prstGeom>
            <a:noFill/>
            <a:ln w="31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이등변 삼각형 13">
              <a:extLst>
                <a:ext uri="{FF2B5EF4-FFF2-40B4-BE49-F238E27FC236}">
                  <a16:creationId xmlns:a16="http://schemas.microsoft.com/office/drawing/2014/main" id="{94CFA7E7-C950-89EC-C8BE-224B82FA0A02}"/>
                </a:ext>
              </a:extLst>
            </p:cNvPr>
            <p:cNvSpPr/>
            <p:nvPr/>
          </p:nvSpPr>
          <p:spPr>
            <a:xfrm rot="10800000">
              <a:off x="3443112" y="567266"/>
              <a:ext cx="90310" cy="76355"/>
            </a:xfrm>
            <a:prstGeom prst="triangl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E712C00C-9E1B-0A78-E79E-4C5439F6E870}"/>
              </a:ext>
            </a:extLst>
          </p:cNvPr>
          <p:cNvSpPr txBox="1"/>
          <p:nvPr/>
        </p:nvSpPr>
        <p:spPr>
          <a:xfrm>
            <a:off x="6104467" y="441600"/>
            <a:ext cx="13433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조회구분</a:t>
            </a:r>
            <a:endParaRPr lang="ko-KR" altLang="en-US" sz="1400">
              <a:solidFill>
                <a:srgbClr val="FF0000"/>
              </a:solidFill>
            </a:endParaRPr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B33728A1-5ED5-F66A-1ACE-F22B6D41D9FD}"/>
              </a:ext>
            </a:extLst>
          </p:cNvPr>
          <p:cNvGrpSpPr/>
          <p:nvPr/>
        </p:nvGrpSpPr>
        <p:grpSpPr>
          <a:xfrm>
            <a:off x="7275690" y="434623"/>
            <a:ext cx="581378" cy="279399"/>
            <a:chOff x="7343424" y="434623"/>
            <a:chExt cx="581378" cy="279399"/>
          </a:xfrm>
        </p:grpSpPr>
        <p:sp>
          <p:nvSpPr>
            <p:cNvPr id="16" name="사각형: 둥근 모서리 15">
              <a:extLst>
                <a:ext uri="{FF2B5EF4-FFF2-40B4-BE49-F238E27FC236}">
                  <a16:creationId xmlns:a16="http://schemas.microsoft.com/office/drawing/2014/main" id="{0C496EAA-35F9-BED2-FFFD-203D61B8F832}"/>
                </a:ext>
              </a:extLst>
            </p:cNvPr>
            <p:cNvSpPr/>
            <p:nvPr/>
          </p:nvSpPr>
          <p:spPr>
            <a:xfrm>
              <a:off x="7343424" y="434623"/>
              <a:ext cx="581378" cy="279399"/>
            </a:xfrm>
            <a:prstGeom prst="roundRect">
              <a:avLst>
                <a:gd name="adj" fmla="val 48990"/>
              </a:avLst>
            </a:prstGeom>
            <a:noFill/>
            <a:ln w="31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56E62772-75AC-4A97-C3C2-23508731119B}"/>
                </a:ext>
              </a:extLst>
            </p:cNvPr>
            <p:cNvSpPr/>
            <p:nvPr/>
          </p:nvSpPr>
          <p:spPr>
            <a:xfrm>
              <a:off x="7402688" y="486756"/>
              <a:ext cx="183443" cy="19637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0FF9776F-8EC6-6669-CA7C-FCB16C4BD1A7}"/>
              </a:ext>
            </a:extLst>
          </p:cNvPr>
          <p:cNvSpPr txBox="1"/>
          <p:nvPr/>
        </p:nvSpPr>
        <p:spPr>
          <a:xfrm>
            <a:off x="7865534" y="416200"/>
            <a:ext cx="7817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필수</a:t>
            </a:r>
            <a:endParaRPr lang="ko-KR" altLang="en-US" sz="1400">
              <a:solidFill>
                <a:srgbClr val="FF0000"/>
              </a:solidFill>
            </a:endParaRP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60837EE4-BD9F-1CF7-627D-FB8DF62247C7}"/>
              </a:ext>
            </a:extLst>
          </p:cNvPr>
          <p:cNvGrpSpPr/>
          <p:nvPr/>
        </p:nvGrpSpPr>
        <p:grpSpPr>
          <a:xfrm>
            <a:off x="8691036" y="421846"/>
            <a:ext cx="581378" cy="279399"/>
            <a:chOff x="7343424" y="434623"/>
            <a:chExt cx="581378" cy="279399"/>
          </a:xfrm>
        </p:grpSpPr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7FD193A8-2363-8B16-FB54-546D6D407E2F}"/>
                </a:ext>
              </a:extLst>
            </p:cNvPr>
            <p:cNvSpPr/>
            <p:nvPr/>
          </p:nvSpPr>
          <p:spPr>
            <a:xfrm>
              <a:off x="7343424" y="434623"/>
              <a:ext cx="581378" cy="279399"/>
            </a:xfrm>
            <a:prstGeom prst="roundRect">
              <a:avLst>
                <a:gd name="adj" fmla="val 48990"/>
              </a:avLst>
            </a:prstGeom>
            <a:noFill/>
            <a:ln w="31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266F2ACD-FDE0-6F06-CC9B-07D6E8DE8200}"/>
                </a:ext>
              </a:extLst>
            </p:cNvPr>
            <p:cNvSpPr/>
            <p:nvPr/>
          </p:nvSpPr>
          <p:spPr>
            <a:xfrm>
              <a:off x="7402688" y="486756"/>
              <a:ext cx="183443" cy="19637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7B4B9797-D0FA-417F-9830-BA3F05AC08E9}"/>
              </a:ext>
            </a:extLst>
          </p:cNvPr>
          <p:cNvSpPr txBox="1"/>
          <p:nvPr/>
        </p:nvSpPr>
        <p:spPr>
          <a:xfrm>
            <a:off x="9292169" y="403423"/>
            <a:ext cx="9581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사용여부</a:t>
            </a:r>
            <a:endParaRPr lang="ko-KR" altLang="en-US" sz="1400">
              <a:solidFill>
                <a:srgbClr val="FF0000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EE213CD-AAFF-2547-6547-7F506E60C9AC}"/>
              </a:ext>
            </a:extLst>
          </p:cNvPr>
          <p:cNvSpPr txBox="1"/>
          <p:nvPr/>
        </p:nvSpPr>
        <p:spPr>
          <a:xfrm>
            <a:off x="383822" y="894800"/>
            <a:ext cx="13433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조회명</a:t>
            </a:r>
            <a:endParaRPr lang="ko-KR" altLang="en-US" sz="1400">
              <a:solidFill>
                <a:srgbClr val="FF0000"/>
              </a:solidFill>
            </a:endParaRPr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D1609B92-FFEE-DF71-BD13-021D33613B64}"/>
              </a:ext>
            </a:extLst>
          </p:cNvPr>
          <p:cNvSpPr/>
          <p:nvPr/>
        </p:nvSpPr>
        <p:spPr>
          <a:xfrm>
            <a:off x="1727198" y="866267"/>
            <a:ext cx="3900311" cy="307777"/>
          </a:xfrm>
          <a:prstGeom prst="roundRect">
            <a:avLst/>
          </a:prstGeom>
          <a:noFill/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28D45423-2514-D349-A583-8F899079A3C9}"/>
              </a:ext>
            </a:extLst>
          </p:cNvPr>
          <p:cNvSpPr/>
          <p:nvPr/>
        </p:nvSpPr>
        <p:spPr>
          <a:xfrm>
            <a:off x="231420" y="1992491"/>
            <a:ext cx="11774311" cy="3663242"/>
          </a:xfrm>
          <a:prstGeom prst="roundRect">
            <a:avLst>
              <a:gd name="adj" fmla="val 3460"/>
            </a:avLst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C1B5231D-4A83-C6D6-E0FF-E869E45A0994}"/>
              </a:ext>
            </a:extLst>
          </p:cNvPr>
          <p:cNvSpPr/>
          <p:nvPr/>
        </p:nvSpPr>
        <p:spPr>
          <a:xfrm>
            <a:off x="11266311" y="1631247"/>
            <a:ext cx="666045" cy="316089"/>
          </a:xfrm>
          <a:prstGeom prst="roundRect">
            <a:avLst/>
          </a:prstGeom>
          <a:solidFill>
            <a:srgbClr val="0070C0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/>
              <a:t>저장</a:t>
            </a: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E36D5ABC-CADA-165F-57BD-F9E536D4DDA3}"/>
              </a:ext>
            </a:extLst>
          </p:cNvPr>
          <p:cNvSpPr/>
          <p:nvPr/>
        </p:nvSpPr>
        <p:spPr>
          <a:xfrm>
            <a:off x="9004304" y="1639869"/>
            <a:ext cx="790221" cy="316089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</a:rPr>
              <a:t>초기화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E17B362-B044-818E-97A9-3947748637B2}"/>
              </a:ext>
            </a:extLst>
          </p:cNvPr>
          <p:cNvSpPr txBox="1"/>
          <p:nvPr/>
        </p:nvSpPr>
        <p:spPr>
          <a:xfrm>
            <a:off x="389465" y="2082802"/>
            <a:ext cx="13433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상세분류 </a:t>
            </a:r>
            <a:r>
              <a:rPr lang="en-US" altLang="ko-KR" sz="1400">
                <a:solidFill>
                  <a:srgbClr val="FF0000"/>
                </a:solidFill>
              </a:rPr>
              <a:t>*</a:t>
            </a:r>
            <a:endParaRPr lang="ko-KR" altLang="en-US" sz="1400">
              <a:solidFill>
                <a:srgbClr val="FF0000"/>
              </a:solidFill>
            </a:endParaRPr>
          </a:p>
        </p:txBody>
      </p: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40AB6B98-6372-8E66-F429-BF5ACF240EFA}"/>
              </a:ext>
            </a:extLst>
          </p:cNvPr>
          <p:cNvGrpSpPr/>
          <p:nvPr/>
        </p:nvGrpSpPr>
        <p:grpSpPr>
          <a:xfrm>
            <a:off x="1732842" y="2082802"/>
            <a:ext cx="1896534" cy="307777"/>
            <a:chOff x="1727199" y="440267"/>
            <a:chExt cx="1896534" cy="307777"/>
          </a:xfrm>
        </p:grpSpPr>
        <p:sp>
          <p:nvSpPr>
            <p:cNvPr id="31" name="사각형: 둥근 모서리 30">
              <a:extLst>
                <a:ext uri="{FF2B5EF4-FFF2-40B4-BE49-F238E27FC236}">
                  <a16:creationId xmlns:a16="http://schemas.microsoft.com/office/drawing/2014/main" id="{A0E22F01-81C2-A89B-73C1-EA4BB387DB90}"/>
                </a:ext>
              </a:extLst>
            </p:cNvPr>
            <p:cNvSpPr/>
            <p:nvPr/>
          </p:nvSpPr>
          <p:spPr>
            <a:xfrm>
              <a:off x="1727199" y="440267"/>
              <a:ext cx="1896534" cy="307777"/>
            </a:xfrm>
            <a:prstGeom prst="roundRect">
              <a:avLst/>
            </a:prstGeom>
            <a:noFill/>
            <a:ln w="31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" name="이등변 삼각형 31">
              <a:extLst>
                <a:ext uri="{FF2B5EF4-FFF2-40B4-BE49-F238E27FC236}">
                  <a16:creationId xmlns:a16="http://schemas.microsoft.com/office/drawing/2014/main" id="{03F6CBBD-2918-C2EE-3681-59D6213890F5}"/>
                </a:ext>
              </a:extLst>
            </p:cNvPr>
            <p:cNvSpPr/>
            <p:nvPr/>
          </p:nvSpPr>
          <p:spPr>
            <a:xfrm rot="10800000">
              <a:off x="3443112" y="567266"/>
              <a:ext cx="90310" cy="76355"/>
            </a:xfrm>
            <a:prstGeom prst="triangl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01467E6A-6B61-51E9-9F6D-9D94E954C650}"/>
              </a:ext>
            </a:extLst>
          </p:cNvPr>
          <p:cNvGrpSpPr/>
          <p:nvPr/>
        </p:nvGrpSpPr>
        <p:grpSpPr>
          <a:xfrm>
            <a:off x="3736619" y="2077158"/>
            <a:ext cx="1896534" cy="307777"/>
            <a:chOff x="1727199" y="440267"/>
            <a:chExt cx="1896534" cy="307777"/>
          </a:xfrm>
        </p:grpSpPr>
        <p:sp>
          <p:nvSpPr>
            <p:cNvPr id="34" name="사각형: 둥근 모서리 33">
              <a:extLst>
                <a:ext uri="{FF2B5EF4-FFF2-40B4-BE49-F238E27FC236}">
                  <a16:creationId xmlns:a16="http://schemas.microsoft.com/office/drawing/2014/main" id="{CA776079-CCA8-B4F7-4E44-297876253003}"/>
                </a:ext>
              </a:extLst>
            </p:cNvPr>
            <p:cNvSpPr/>
            <p:nvPr/>
          </p:nvSpPr>
          <p:spPr>
            <a:xfrm>
              <a:off x="1727199" y="440267"/>
              <a:ext cx="1896534" cy="307777"/>
            </a:xfrm>
            <a:prstGeom prst="roundRect">
              <a:avLst/>
            </a:prstGeom>
            <a:noFill/>
            <a:ln w="31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5" name="이등변 삼각형 34">
              <a:extLst>
                <a:ext uri="{FF2B5EF4-FFF2-40B4-BE49-F238E27FC236}">
                  <a16:creationId xmlns:a16="http://schemas.microsoft.com/office/drawing/2014/main" id="{7ADA2B6E-307A-CB5C-D6EB-6EB3398F4386}"/>
                </a:ext>
              </a:extLst>
            </p:cNvPr>
            <p:cNvSpPr/>
            <p:nvPr/>
          </p:nvSpPr>
          <p:spPr>
            <a:xfrm rot="10800000">
              <a:off x="3443112" y="567266"/>
              <a:ext cx="90310" cy="76355"/>
            </a:xfrm>
            <a:prstGeom prst="triangl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E4FBFAF-665D-5E31-45FC-782AE39C6814}"/>
              </a:ext>
            </a:extLst>
          </p:cNvPr>
          <p:cNvSpPr txBox="1"/>
          <p:nvPr/>
        </p:nvSpPr>
        <p:spPr>
          <a:xfrm>
            <a:off x="6110110" y="2084135"/>
            <a:ext cx="13433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구분</a:t>
            </a:r>
            <a:endParaRPr lang="ko-KR" altLang="en-US" sz="1400">
              <a:solidFill>
                <a:srgbClr val="FF0000"/>
              </a:solidFill>
            </a:endParaRPr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81E5C15A-3769-A385-F7E0-D4658DFD2DB8}"/>
              </a:ext>
            </a:extLst>
          </p:cNvPr>
          <p:cNvGrpSpPr/>
          <p:nvPr/>
        </p:nvGrpSpPr>
        <p:grpSpPr>
          <a:xfrm>
            <a:off x="7281333" y="2077158"/>
            <a:ext cx="581378" cy="279399"/>
            <a:chOff x="7343424" y="434623"/>
            <a:chExt cx="581378" cy="279399"/>
          </a:xfrm>
        </p:grpSpPr>
        <p:sp>
          <p:nvSpPr>
            <p:cNvPr id="38" name="사각형: 둥근 모서리 37">
              <a:extLst>
                <a:ext uri="{FF2B5EF4-FFF2-40B4-BE49-F238E27FC236}">
                  <a16:creationId xmlns:a16="http://schemas.microsoft.com/office/drawing/2014/main" id="{D5323DF8-BD65-C96A-E2D5-FEBD7996B70C}"/>
                </a:ext>
              </a:extLst>
            </p:cNvPr>
            <p:cNvSpPr/>
            <p:nvPr/>
          </p:nvSpPr>
          <p:spPr>
            <a:xfrm>
              <a:off x="7343424" y="434623"/>
              <a:ext cx="581378" cy="279399"/>
            </a:xfrm>
            <a:prstGeom prst="roundRect">
              <a:avLst>
                <a:gd name="adj" fmla="val 48990"/>
              </a:avLst>
            </a:prstGeom>
            <a:noFill/>
            <a:ln w="31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9" name="타원 38">
              <a:extLst>
                <a:ext uri="{FF2B5EF4-FFF2-40B4-BE49-F238E27FC236}">
                  <a16:creationId xmlns:a16="http://schemas.microsoft.com/office/drawing/2014/main" id="{E36C9933-EE6F-2885-C0E1-0A53308FAB09}"/>
                </a:ext>
              </a:extLst>
            </p:cNvPr>
            <p:cNvSpPr/>
            <p:nvPr/>
          </p:nvSpPr>
          <p:spPr>
            <a:xfrm>
              <a:off x="7402688" y="486756"/>
              <a:ext cx="183443" cy="19637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4C547B4A-CC42-24CA-1FCD-EE1259FBD889}"/>
              </a:ext>
            </a:extLst>
          </p:cNvPr>
          <p:cNvSpPr txBox="1"/>
          <p:nvPr/>
        </p:nvSpPr>
        <p:spPr>
          <a:xfrm>
            <a:off x="7938911" y="2058735"/>
            <a:ext cx="7817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필수</a:t>
            </a:r>
            <a:endParaRPr lang="ko-KR" altLang="en-US" sz="1400">
              <a:solidFill>
                <a:srgbClr val="FF0000"/>
              </a:solidFill>
            </a:endParaRPr>
          </a:p>
        </p:txBody>
      </p: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07E49F78-17DE-07D3-6B1D-38276F930A85}"/>
              </a:ext>
            </a:extLst>
          </p:cNvPr>
          <p:cNvGrpSpPr/>
          <p:nvPr/>
        </p:nvGrpSpPr>
        <p:grpSpPr>
          <a:xfrm>
            <a:off x="8696679" y="2064381"/>
            <a:ext cx="581378" cy="279399"/>
            <a:chOff x="7343424" y="434623"/>
            <a:chExt cx="581378" cy="279399"/>
          </a:xfrm>
        </p:grpSpPr>
        <p:sp>
          <p:nvSpPr>
            <p:cNvPr id="42" name="사각형: 둥근 모서리 41">
              <a:extLst>
                <a:ext uri="{FF2B5EF4-FFF2-40B4-BE49-F238E27FC236}">
                  <a16:creationId xmlns:a16="http://schemas.microsoft.com/office/drawing/2014/main" id="{4D78C1A4-9CBB-963F-F395-FEE408B81CCA}"/>
                </a:ext>
              </a:extLst>
            </p:cNvPr>
            <p:cNvSpPr/>
            <p:nvPr/>
          </p:nvSpPr>
          <p:spPr>
            <a:xfrm>
              <a:off x="7343424" y="434623"/>
              <a:ext cx="581378" cy="279399"/>
            </a:xfrm>
            <a:prstGeom prst="roundRect">
              <a:avLst>
                <a:gd name="adj" fmla="val 48990"/>
              </a:avLst>
            </a:prstGeom>
            <a:noFill/>
            <a:ln w="31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3" name="타원 42">
              <a:extLst>
                <a:ext uri="{FF2B5EF4-FFF2-40B4-BE49-F238E27FC236}">
                  <a16:creationId xmlns:a16="http://schemas.microsoft.com/office/drawing/2014/main" id="{E6972209-5F63-47BC-C7F7-3FECF1CD3464}"/>
                </a:ext>
              </a:extLst>
            </p:cNvPr>
            <p:cNvSpPr/>
            <p:nvPr/>
          </p:nvSpPr>
          <p:spPr>
            <a:xfrm>
              <a:off x="7402688" y="486756"/>
              <a:ext cx="183443" cy="19637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572A6B91-DFFA-0D1B-61B6-2DF810B6B7F2}"/>
              </a:ext>
            </a:extLst>
          </p:cNvPr>
          <p:cNvSpPr txBox="1"/>
          <p:nvPr/>
        </p:nvSpPr>
        <p:spPr>
          <a:xfrm>
            <a:off x="9354257" y="2045958"/>
            <a:ext cx="7817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폐강</a:t>
            </a:r>
            <a:endParaRPr lang="ko-KR" altLang="en-US" sz="1400">
              <a:solidFill>
                <a:srgbClr val="FF0000"/>
              </a:solidFill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0F67C86-DE17-6988-6A10-1E38E1C69C72}"/>
              </a:ext>
            </a:extLst>
          </p:cNvPr>
          <p:cNvSpPr txBox="1"/>
          <p:nvPr/>
        </p:nvSpPr>
        <p:spPr>
          <a:xfrm>
            <a:off x="389465" y="2537335"/>
            <a:ext cx="13433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상세명 </a:t>
            </a:r>
            <a:r>
              <a:rPr lang="en-US" altLang="ko-KR" sz="1400">
                <a:solidFill>
                  <a:srgbClr val="FF0000"/>
                </a:solidFill>
              </a:rPr>
              <a:t>*</a:t>
            </a:r>
            <a:endParaRPr lang="ko-KR" altLang="en-US" sz="1400">
              <a:solidFill>
                <a:srgbClr val="FF0000"/>
              </a:solidFill>
            </a:endParaRPr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4DBDA8CF-8D0A-8048-4092-7268767F80C1}"/>
              </a:ext>
            </a:extLst>
          </p:cNvPr>
          <p:cNvSpPr/>
          <p:nvPr/>
        </p:nvSpPr>
        <p:spPr>
          <a:xfrm>
            <a:off x="1732841" y="2508802"/>
            <a:ext cx="3900311" cy="307777"/>
          </a:xfrm>
          <a:prstGeom prst="roundRect">
            <a:avLst/>
          </a:prstGeom>
          <a:noFill/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DA738E94-02F8-21BA-7A74-B3EBAA7ED930}"/>
              </a:ext>
            </a:extLst>
          </p:cNvPr>
          <p:cNvSpPr/>
          <p:nvPr/>
        </p:nvSpPr>
        <p:spPr>
          <a:xfrm>
            <a:off x="10566399" y="1631247"/>
            <a:ext cx="666045" cy="316089"/>
          </a:xfrm>
          <a:prstGeom prst="roundRect">
            <a:avLst/>
          </a:prstGeom>
          <a:solidFill>
            <a:srgbClr val="0070C0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/>
              <a:t>수정</a:t>
            </a:r>
          </a:p>
        </p:txBody>
      </p: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BEB29B9D-1E4A-650E-D2E6-FC2963D05246}"/>
              </a:ext>
            </a:extLst>
          </p:cNvPr>
          <p:cNvSpPr/>
          <p:nvPr/>
        </p:nvSpPr>
        <p:spPr>
          <a:xfrm>
            <a:off x="9870016" y="1631247"/>
            <a:ext cx="666045" cy="316089"/>
          </a:xfrm>
          <a:prstGeom prst="roundRect">
            <a:avLst/>
          </a:prstGeom>
          <a:solidFill>
            <a:srgbClr val="FF0000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/>
              <a:t>삭제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458F4DE-AB49-F36E-D273-A30C9F6880D4}"/>
              </a:ext>
            </a:extLst>
          </p:cNvPr>
          <p:cNvSpPr txBox="1"/>
          <p:nvPr/>
        </p:nvSpPr>
        <p:spPr>
          <a:xfrm>
            <a:off x="6115756" y="2526046"/>
            <a:ext cx="13433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상세정의</a:t>
            </a:r>
            <a:endParaRPr lang="ko-KR" altLang="en-US" sz="1400">
              <a:solidFill>
                <a:srgbClr val="FF0000"/>
              </a:solidFill>
            </a:endParaRPr>
          </a:p>
        </p:txBody>
      </p:sp>
      <p:sp>
        <p:nvSpPr>
          <p:cNvPr id="50" name="사각형: 둥근 모서리 49">
            <a:extLst>
              <a:ext uri="{FF2B5EF4-FFF2-40B4-BE49-F238E27FC236}">
                <a16:creationId xmlns:a16="http://schemas.microsoft.com/office/drawing/2014/main" id="{EDF66817-CD69-AAC9-CEA5-51462E78A31B}"/>
              </a:ext>
            </a:extLst>
          </p:cNvPr>
          <p:cNvSpPr/>
          <p:nvPr/>
        </p:nvSpPr>
        <p:spPr>
          <a:xfrm>
            <a:off x="7275690" y="2540005"/>
            <a:ext cx="4521202" cy="1150136"/>
          </a:xfrm>
          <a:prstGeom prst="roundRect">
            <a:avLst>
              <a:gd name="adj" fmla="val 10894"/>
            </a:avLst>
          </a:prstGeom>
          <a:noFill/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BECE70D-88D3-A019-D64A-6EC6993E2A20}"/>
              </a:ext>
            </a:extLst>
          </p:cNvPr>
          <p:cNvSpPr txBox="1"/>
          <p:nvPr/>
        </p:nvSpPr>
        <p:spPr>
          <a:xfrm>
            <a:off x="395108" y="2983249"/>
            <a:ext cx="13433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참조사항</a:t>
            </a:r>
            <a:endParaRPr lang="ko-KR" altLang="en-US" sz="1400">
              <a:solidFill>
                <a:srgbClr val="FF0000"/>
              </a:solidFill>
            </a:endParaRPr>
          </a:p>
        </p:txBody>
      </p:sp>
      <p:sp>
        <p:nvSpPr>
          <p:cNvPr id="52" name="사각형: 둥근 모서리 51">
            <a:extLst>
              <a:ext uri="{FF2B5EF4-FFF2-40B4-BE49-F238E27FC236}">
                <a16:creationId xmlns:a16="http://schemas.microsoft.com/office/drawing/2014/main" id="{2DEA3AA9-F516-1DDE-18E0-336BA6685D4A}"/>
              </a:ext>
            </a:extLst>
          </p:cNvPr>
          <p:cNvSpPr/>
          <p:nvPr/>
        </p:nvSpPr>
        <p:spPr>
          <a:xfrm>
            <a:off x="1738484" y="2954716"/>
            <a:ext cx="3900311" cy="307777"/>
          </a:xfrm>
          <a:prstGeom prst="roundRect">
            <a:avLst/>
          </a:prstGeom>
          <a:noFill/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EA5A049-6A96-2672-646C-CAD9377F0027}"/>
              </a:ext>
            </a:extLst>
          </p:cNvPr>
          <p:cNvSpPr txBox="1"/>
          <p:nvPr/>
        </p:nvSpPr>
        <p:spPr>
          <a:xfrm>
            <a:off x="395108" y="3403604"/>
            <a:ext cx="13433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파일선택</a:t>
            </a:r>
            <a:endParaRPr lang="ko-KR" altLang="en-US" sz="1400">
              <a:solidFill>
                <a:srgbClr val="FF0000"/>
              </a:solidFill>
            </a:endParaRPr>
          </a:p>
        </p:txBody>
      </p:sp>
      <p:sp>
        <p:nvSpPr>
          <p:cNvPr id="54" name="사각형: 둥근 모서리 53">
            <a:extLst>
              <a:ext uri="{FF2B5EF4-FFF2-40B4-BE49-F238E27FC236}">
                <a16:creationId xmlns:a16="http://schemas.microsoft.com/office/drawing/2014/main" id="{0C23DB39-E2EF-461A-210A-0FF5C6DC9107}"/>
              </a:ext>
            </a:extLst>
          </p:cNvPr>
          <p:cNvSpPr/>
          <p:nvPr/>
        </p:nvSpPr>
        <p:spPr>
          <a:xfrm>
            <a:off x="1738484" y="3373739"/>
            <a:ext cx="3900311" cy="307777"/>
          </a:xfrm>
          <a:prstGeom prst="roundRect">
            <a:avLst/>
          </a:prstGeom>
          <a:noFill/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>
                <a:solidFill>
                  <a:schemeClr val="bg1">
                    <a:lumMod val="65000"/>
                  </a:schemeClr>
                </a:solidFill>
              </a:rPr>
              <a:t>선택된 파일 없음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5B18D15-25BC-85DC-148D-10353ED50134}"/>
              </a:ext>
            </a:extLst>
          </p:cNvPr>
          <p:cNvSpPr txBox="1"/>
          <p:nvPr/>
        </p:nvSpPr>
        <p:spPr>
          <a:xfrm>
            <a:off x="395108" y="3782802"/>
            <a:ext cx="13433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상세설명</a:t>
            </a:r>
            <a:endParaRPr lang="ko-KR" altLang="en-US" sz="1400">
              <a:solidFill>
                <a:srgbClr val="FF0000"/>
              </a:solidFill>
            </a:endParaRPr>
          </a:p>
        </p:txBody>
      </p:sp>
      <p:sp>
        <p:nvSpPr>
          <p:cNvPr id="56" name="사각형: 둥근 모서리 55">
            <a:extLst>
              <a:ext uri="{FF2B5EF4-FFF2-40B4-BE49-F238E27FC236}">
                <a16:creationId xmlns:a16="http://schemas.microsoft.com/office/drawing/2014/main" id="{B049D74B-5B23-8832-1106-507A8312B17B}"/>
              </a:ext>
            </a:extLst>
          </p:cNvPr>
          <p:cNvSpPr/>
          <p:nvPr/>
        </p:nvSpPr>
        <p:spPr>
          <a:xfrm>
            <a:off x="1727198" y="3820997"/>
            <a:ext cx="10069694" cy="1755714"/>
          </a:xfrm>
          <a:prstGeom prst="roundRect">
            <a:avLst>
              <a:gd name="adj" fmla="val 2937"/>
            </a:avLst>
          </a:prstGeom>
          <a:noFill/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FF3F2F44-C1FD-FBC7-3D1C-13AC2290C1C6}"/>
              </a:ext>
            </a:extLst>
          </p:cNvPr>
          <p:cNvSpPr/>
          <p:nvPr/>
        </p:nvSpPr>
        <p:spPr>
          <a:xfrm>
            <a:off x="1731430" y="3826640"/>
            <a:ext cx="10069694" cy="335360"/>
          </a:xfrm>
          <a:prstGeom prst="roundRect">
            <a:avLst>
              <a:gd name="adj" fmla="val 10788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 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바탕체" panose="02030609000101010101" pitchFamily="17" charset="-127"/>
                <a:ea typeface="바탕체" panose="02030609000101010101" pitchFamily="17" charset="-127"/>
              </a:rPr>
              <a:t>B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  </a:t>
            </a:r>
            <a:r>
              <a:rPr lang="en-US" altLang="ko-KR" sz="1600" i="1">
                <a:solidFill>
                  <a:schemeClr val="tx1">
                    <a:lumMod val="65000"/>
                    <a:lumOff val="35000"/>
                  </a:schemeClr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I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  </a:t>
            </a:r>
            <a:r>
              <a:rPr lang="en-US" altLang="ko-KR" sz="1600" u="sng">
                <a:solidFill>
                  <a:schemeClr val="tx1">
                    <a:lumMod val="65000"/>
                    <a:lumOff val="35000"/>
                  </a:schemeClr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U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</a:rPr>
              <a:t>  </a:t>
            </a:r>
            <a:endParaRPr lang="ko-KR" altLang="en-US" sz="16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pic>
        <p:nvPicPr>
          <p:cNvPr id="59" name="그림 58">
            <a:extLst>
              <a:ext uri="{FF2B5EF4-FFF2-40B4-BE49-F238E27FC236}">
                <a16:creationId xmlns:a16="http://schemas.microsoft.com/office/drawing/2014/main" id="{0F57DF53-D65A-F6A6-6DC7-A49246F4E7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7220" y="3860951"/>
            <a:ext cx="1000265" cy="2667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54329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DC56EC1C-BA28-4A9E-28CB-4BDD91CCED3A}"/>
              </a:ext>
            </a:extLst>
          </p:cNvPr>
          <p:cNvSpPr/>
          <p:nvPr/>
        </p:nvSpPr>
        <p:spPr>
          <a:xfrm>
            <a:off x="225777" y="349956"/>
            <a:ext cx="11774311" cy="936977"/>
          </a:xfrm>
          <a:prstGeom prst="roundRect">
            <a:avLst>
              <a:gd name="adj" fmla="val 3460"/>
            </a:avLst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39FB7D1E-872E-D0D4-C010-D7388BCEFD38}"/>
              </a:ext>
            </a:extLst>
          </p:cNvPr>
          <p:cNvSpPr/>
          <p:nvPr/>
        </p:nvSpPr>
        <p:spPr>
          <a:xfrm>
            <a:off x="11232444" y="849333"/>
            <a:ext cx="666045" cy="316089"/>
          </a:xfrm>
          <a:prstGeom prst="roundRect">
            <a:avLst/>
          </a:prstGeom>
          <a:solidFill>
            <a:srgbClr val="0070C0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/>
              <a:t>검색</a:t>
            </a: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6F938F7A-6E53-FCFC-B86A-97685F439F87}"/>
              </a:ext>
            </a:extLst>
          </p:cNvPr>
          <p:cNvSpPr/>
          <p:nvPr/>
        </p:nvSpPr>
        <p:spPr>
          <a:xfrm>
            <a:off x="10397067" y="857955"/>
            <a:ext cx="790221" cy="316089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</a:rPr>
              <a:t>초기화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44B89DD-D08D-B288-7499-D461A5327ADE}"/>
              </a:ext>
            </a:extLst>
          </p:cNvPr>
          <p:cNvSpPr txBox="1"/>
          <p:nvPr/>
        </p:nvSpPr>
        <p:spPr>
          <a:xfrm>
            <a:off x="383822" y="440267"/>
            <a:ext cx="13433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조회분류 </a:t>
            </a:r>
            <a:r>
              <a:rPr lang="en-US" altLang="ko-KR" sz="1400">
                <a:solidFill>
                  <a:srgbClr val="FF0000"/>
                </a:solidFill>
              </a:rPr>
              <a:t>*</a:t>
            </a:r>
            <a:endParaRPr lang="ko-KR" altLang="en-US" sz="1400">
              <a:solidFill>
                <a:srgbClr val="FF0000"/>
              </a:solidFill>
            </a:endParaRPr>
          </a:p>
        </p:txBody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99F8CFF8-748F-9B28-F915-E152F801C111}"/>
              </a:ext>
            </a:extLst>
          </p:cNvPr>
          <p:cNvGrpSpPr/>
          <p:nvPr/>
        </p:nvGrpSpPr>
        <p:grpSpPr>
          <a:xfrm>
            <a:off x="1727199" y="440267"/>
            <a:ext cx="1896534" cy="307777"/>
            <a:chOff x="1727199" y="440267"/>
            <a:chExt cx="1896534" cy="307777"/>
          </a:xfrm>
        </p:grpSpPr>
        <p:sp>
          <p:nvSpPr>
            <p:cNvPr id="9" name="사각형: 둥근 모서리 8">
              <a:extLst>
                <a:ext uri="{FF2B5EF4-FFF2-40B4-BE49-F238E27FC236}">
                  <a16:creationId xmlns:a16="http://schemas.microsoft.com/office/drawing/2014/main" id="{7EBDDD28-F49D-C3D5-F5D3-E34B2240087D}"/>
                </a:ext>
              </a:extLst>
            </p:cNvPr>
            <p:cNvSpPr/>
            <p:nvPr/>
          </p:nvSpPr>
          <p:spPr>
            <a:xfrm>
              <a:off x="1727199" y="440267"/>
              <a:ext cx="1896534" cy="307777"/>
            </a:xfrm>
            <a:prstGeom prst="roundRect">
              <a:avLst/>
            </a:prstGeom>
            <a:noFill/>
            <a:ln w="31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이등변 삼각형 9">
              <a:extLst>
                <a:ext uri="{FF2B5EF4-FFF2-40B4-BE49-F238E27FC236}">
                  <a16:creationId xmlns:a16="http://schemas.microsoft.com/office/drawing/2014/main" id="{1A750F0A-1FBD-32F3-8015-079E138EC2F2}"/>
                </a:ext>
              </a:extLst>
            </p:cNvPr>
            <p:cNvSpPr/>
            <p:nvPr/>
          </p:nvSpPr>
          <p:spPr>
            <a:xfrm rot="10800000">
              <a:off x="3443112" y="567266"/>
              <a:ext cx="90310" cy="76355"/>
            </a:xfrm>
            <a:prstGeom prst="triangl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C9BC9450-2DD3-AE3C-F71D-A14BCFF3FF22}"/>
              </a:ext>
            </a:extLst>
          </p:cNvPr>
          <p:cNvGrpSpPr/>
          <p:nvPr/>
        </p:nvGrpSpPr>
        <p:grpSpPr>
          <a:xfrm>
            <a:off x="3730976" y="434623"/>
            <a:ext cx="1896534" cy="307777"/>
            <a:chOff x="1727199" y="440267"/>
            <a:chExt cx="1896534" cy="307777"/>
          </a:xfrm>
        </p:grpSpPr>
        <p:sp>
          <p:nvSpPr>
            <p:cNvPr id="13" name="사각형: 둥근 모서리 12">
              <a:extLst>
                <a:ext uri="{FF2B5EF4-FFF2-40B4-BE49-F238E27FC236}">
                  <a16:creationId xmlns:a16="http://schemas.microsoft.com/office/drawing/2014/main" id="{6A38166F-12D2-FA72-B88E-ACE142C07117}"/>
                </a:ext>
              </a:extLst>
            </p:cNvPr>
            <p:cNvSpPr/>
            <p:nvPr/>
          </p:nvSpPr>
          <p:spPr>
            <a:xfrm>
              <a:off x="1727199" y="440267"/>
              <a:ext cx="1896534" cy="307777"/>
            </a:xfrm>
            <a:prstGeom prst="roundRect">
              <a:avLst/>
            </a:prstGeom>
            <a:noFill/>
            <a:ln w="31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이등변 삼각형 13">
              <a:extLst>
                <a:ext uri="{FF2B5EF4-FFF2-40B4-BE49-F238E27FC236}">
                  <a16:creationId xmlns:a16="http://schemas.microsoft.com/office/drawing/2014/main" id="{94CFA7E7-C950-89EC-C8BE-224B82FA0A02}"/>
                </a:ext>
              </a:extLst>
            </p:cNvPr>
            <p:cNvSpPr/>
            <p:nvPr/>
          </p:nvSpPr>
          <p:spPr>
            <a:xfrm rot="10800000">
              <a:off x="3443112" y="567266"/>
              <a:ext cx="90310" cy="76355"/>
            </a:xfrm>
            <a:prstGeom prst="triangl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E712C00C-9E1B-0A78-E79E-4C5439F6E870}"/>
              </a:ext>
            </a:extLst>
          </p:cNvPr>
          <p:cNvSpPr txBox="1"/>
          <p:nvPr/>
        </p:nvSpPr>
        <p:spPr>
          <a:xfrm>
            <a:off x="6104467" y="441600"/>
            <a:ext cx="13433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조회구분</a:t>
            </a:r>
            <a:endParaRPr lang="ko-KR" altLang="en-US" sz="1400">
              <a:solidFill>
                <a:srgbClr val="FF0000"/>
              </a:solidFill>
            </a:endParaRPr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B33728A1-5ED5-F66A-1ACE-F22B6D41D9FD}"/>
              </a:ext>
            </a:extLst>
          </p:cNvPr>
          <p:cNvGrpSpPr/>
          <p:nvPr/>
        </p:nvGrpSpPr>
        <p:grpSpPr>
          <a:xfrm>
            <a:off x="7275690" y="434623"/>
            <a:ext cx="581378" cy="279399"/>
            <a:chOff x="7343424" y="434623"/>
            <a:chExt cx="581378" cy="279399"/>
          </a:xfrm>
        </p:grpSpPr>
        <p:sp>
          <p:nvSpPr>
            <p:cNvPr id="16" name="사각형: 둥근 모서리 15">
              <a:extLst>
                <a:ext uri="{FF2B5EF4-FFF2-40B4-BE49-F238E27FC236}">
                  <a16:creationId xmlns:a16="http://schemas.microsoft.com/office/drawing/2014/main" id="{0C496EAA-35F9-BED2-FFFD-203D61B8F832}"/>
                </a:ext>
              </a:extLst>
            </p:cNvPr>
            <p:cNvSpPr/>
            <p:nvPr/>
          </p:nvSpPr>
          <p:spPr>
            <a:xfrm>
              <a:off x="7343424" y="434623"/>
              <a:ext cx="581378" cy="279399"/>
            </a:xfrm>
            <a:prstGeom prst="roundRect">
              <a:avLst>
                <a:gd name="adj" fmla="val 48990"/>
              </a:avLst>
            </a:prstGeom>
            <a:noFill/>
            <a:ln w="31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56E62772-75AC-4A97-C3C2-23508731119B}"/>
                </a:ext>
              </a:extLst>
            </p:cNvPr>
            <p:cNvSpPr/>
            <p:nvPr/>
          </p:nvSpPr>
          <p:spPr>
            <a:xfrm>
              <a:off x="7402688" y="486756"/>
              <a:ext cx="183443" cy="19637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0FF9776F-8EC6-6669-CA7C-FCB16C4BD1A7}"/>
              </a:ext>
            </a:extLst>
          </p:cNvPr>
          <p:cNvSpPr txBox="1"/>
          <p:nvPr/>
        </p:nvSpPr>
        <p:spPr>
          <a:xfrm>
            <a:off x="7865534" y="416200"/>
            <a:ext cx="7817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필수</a:t>
            </a:r>
            <a:endParaRPr lang="ko-KR" altLang="en-US" sz="1400">
              <a:solidFill>
                <a:srgbClr val="FF0000"/>
              </a:solidFill>
            </a:endParaRP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60837EE4-BD9F-1CF7-627D-FB8DF62247C7}"/>
              </a:ext>
            </a:extLst>
          </p:cNvPr>
          <p:cNvGrpSpPr/>
          <p:nvPr/>
        </p:nvGrpSpPr>
        <p:grpSpPr>
          <a:xfrm>
            <a:off x="8691036" y="421846"/>
            <a:ext cx="581378" cy="279399"/>
            <a:chOff x="7343424" y="434623"/>
            <a:chExt cx="581378" cy="279399"/>
          </a:xfrm>
        </p:grpSpPr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7FD193A8-2363-8B16-FB54-546D6D407E2F}"/>
                </a:ext>
              </a:extLst>
            </p:cNvPr>
            <p:cNvSpPr/>
            <p:nvPr/>
          </p:nvSpPr>
          <p:spPr>
            <a:xfrm>
              <a:off x="7343424" y="434623"/>
              <a:ext cx="581378" cy="279399"/>
            </a:xfrm>
            <a:prstGeom prst="roundRect">
              <a:avLst>
                <a:gd name="adj" fmla="val 48990"/>
              </a:avLst>
            </a:prstGeom>
            <a:noFill/>
            <a:ln w="31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266F2ACD-FDE0-6F06-CC9B-07D6E8DE8200}"/>
                </a:ext>
              </a:extLst>
            </p:cNvPr>
            <p:cNvSpPr/>
            <p:nvPr/>
          </p:nvSpPr>
          <p:spPr>
            <a:xfrm>
              <a:off x="7402688" y="486756"/>
              <a:ext cx="183443" cy="19637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7B4B9797-D0FA-417F-9830-BA3F05AC08E9}"/>
              </a:ext>
            </a:extLst>
          </p:cNvPr>
          <p:cNvSpPr txBox="1"/>
          <p:nvPr/>
        </p:nvSpPr>
        <p:spPr>
          <a:xfrm>
            <a:off x="9292169" y="403423"/>
            <a:ext cx="9581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사용여부</a:t>
            </a:r>
            <a:endParaRPr lang="ko-KR" altLang="en-US" sz="1400">
              <a:solidFill>
                <a:srgbClr val="FF0000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EE213CD-AAFF-2547-6547-7F506E60C9AC}"/>
              </a:ext>
            </a:extLst>
          </p:cNvPr>
          <p:cNvSpPr txBox="1"/>
          <p:nvPr/>
        </p:nvSpPr>
        <p:spPr>
          <a:xfrm>
            <a:off x="383822" y="894800"/>
            <a:ext cx="13433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조회명</a:t>
            </a:r>
            <a:endParaRPr lang="ko-KR" altLang="en-US" sz="1400">
              <a:solidFill>
                <a:srgbClr val="FF0000"/>
              </a:solidFill>
            </a:endParaRPr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D1609B92-FFEE-DF71-BD13-021D33613B64}"/>
              </a:ext>
            </a:extLst>
          </p:cNvPr>
          <p:cNvSpPr/>
          <p:nvPr/>
        </p:nvSpPr>
        <p:spPr>
          <a:xfrm>
            <a:off x="1727198" y="866267"/>
            <a:ext cx="3900311" cy="307777"/>
          </a:xfrm>
          <a:prstGeom prst="roundRect">
            <a:avLst/>
          </a:prstGeom>
          <a:noFill/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375046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F69241C7-093F-A92B-85E8-3D9C4D4505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803" y="1029496"/>
            <a:ext cx="10325631" cy="2711589"/>
          </a:xfrm>
          <a:prstGeom prst="rect">
            <a:avLst/>
          </a:prstGeom>
        </p:spPr>
      </p:pic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14C33288-E40D-0DBC-B9A2-047E5310C0C9}"/>
              </a:ext>
            </a:extLst>
          </p:cNvPr>
          <p:cNvSpPr/>
          <p:nvPr/>
        </p:nvSpPr>
        <p:spPr>
          <a:xfrm>
            <a:off x="1964266" y="1229822"/>
            <a:ext cx="222289" cy="124845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317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>
                <a:solidFill>
                  <a:schemeClr val="tx1">
                    <a:lumMod val="65000"/>
                    <a:lumOff val="35000"/>
                  </a:schemeClr>
                </a:solidFill>
              </a:rPr>
              <a:t>col-2</a:t>
            </a:r>
            <a:endParaRPr lang="ko-KR" altLang="en-US" sz="6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585B6AC5-09D6-FE4C-65E1-4814F79B13D4}"/>
              </a:ext>
            </a:extLst>
          </p:cNvPr>
          <p:cNvSpPr/>
          <p:nvPr/>
        </p:nvSpPr>
        <p:spPr>
          <a:xfrm>
            <a:off x="3350793" y="1229822"/>
            <a:ext cx="222289" cy="124845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317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>
                <a:solidFill>
                  <a:schemeClr val="tx1">
                    <a:lumMod val="65000"/>
                    <a:lumOff val="35000"/>
                  </a:schemeClr>
                </a:solidFill>
              </a:rPr>
              <a:t>col-2</a:t>
            </a:r>
            <a:endParaRPr lang="ko-KR" altLang="en-US" sz="6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BB6C2735-2E40-7224-F54E-6E9880DAF7D2}"/>
              </a:ext>
            </a:extLst>
          </p:cNvPr>
          <p:cNvSpPr/>
          <p:nvPr/>
        </p:nvSpPr>
        <p:spPr>
          <a:xfrm>
            <a:off x="4744857" y="1229822"/>
            <a:ext cx="222289" cy="124845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317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>
                <a:solidFill>
                  <a:schemeClr val="tx1">
                    <a:lumMod val="65000"/>
                    <a:lumOff val="35000"/>
                  </a:schemeClr>
                </a:solidFill>
              </a:rPr>
              <a:t>col-2</a:t>
            </a:r>
            <a:endParaRPr lang="ko-KR" altLang="en-US" sz="6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01195EA4-004F-9838-28ED-EEF2F0A26B75}"/>
              </a:ext>
            </a:extLst>
          </p:cNvPr>
          <p:cNvSpPr/>
          <p:nvPr/>
        </p:nvSpPr>
        <p:spPr>
          <a:xfrm>
            <a:off x="6138442" y="1229822"/>
            <a:ext cx="222289" cy="124845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317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>
                <a:solidFill>
                  <a:schemeClr val="tx1">
                    <a:lumMod val="65000"/>
                    <a:lumOff val="35000"/>
                  </a:schemeClr>
                </a:solidFill>
              </a:rPr>
              <a:t>col-2</a:t>
            </a:r>
            <a:endParaRPr lang="ko-KR" altLang="en-US" sz="6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52C4974D-26E9-9F93-94AD-49FABD01C166}"/>
              </a:ext>
            </a:extLst>
          </p:cNvPr>
          <p:cNvSpPr/>
          <p:nvPr/>
        </p:nvSpPr>
        <p:spPr>
          <a:xfrm>
            <a:off x="7532027" y="1229821"/>
            <a:ext cx="222289" cy="124845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317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>
                <a:solidFill>
                  <a:schemeClr val="tx1">
                    <a:lumMod val="65000"/>
                    <a:lumOff val="35000"/>
                  </a:schemeClr>
                </a:solidFill>
              </a:rPr>
              <a:t>col-2</a:t>
            </a:r>
            <a:endParaRPr lang="ko-KR" altLang="en-US" sz="6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B04337FA-B069-79A3-8AC0-1C948A65E474}"/>
              </a:ext>
            </a:extLst>
          </p:cNvPr>
          <p:cNvSpPr/>
          <p:nvPr/>
        </p:nvSpPr>
        <p:spPr>
          <a:xfrm>
            <a:off x="8918554" y="1229821"/>
            <a:ext cx="222289" cy="124845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317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>
                <a:solidFill>
                  <a:schemeClr val="tx1">
                    <a:lumMod val="65000"/>
                    <a:lumOff val="35000"/>
                  </a:schemeClr>
                </a:solidFill>
              </a:rPr>
              <a:t>col-2</a:t>
            </a:r>
            <a:endParaRPr lang="ko-KR" altLang="en-US" sz="6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EF162CE7-D9A6-3CCE-0BD0-EEBCC5D30D74}"/>
              </a:ext>
            </a:extLst>
          </p:cNvPr>
          <p:cNvSpPr/>
          <p:nvPr/>
        </p:nvSpPr>
        <p:spPr>
          <a:xfrm>
            <a:off x="513081" y="1229823"/>
            <a:ext cx="286948" cy="124844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175"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>
                <a:solidFill>
                  <a:schemeClr val="tx1">
                    <a:lumMod val="65000"/>
                    <a:lumOff val="35000"/>
                  </a:schemeClr>
                </a:solidFill>
              </a:rPr>
              <a:t>col-12</a:t>
            </a:r>
            <a:endParaRPr lang="ko-KR" altLang="en-US" sz="6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2" name="사각형: 둥근 모서리 31">
            <a:extLst>
              <a:ext uri="{FF2B5EF4-FFF2-40B4-BE49-F238E27FC236}">
                <a16:creationId xmlns:a16="http://schemas.microsoft.com/office/drawing/2014/main" id="{3929C727-C559-B0EA-5975-AAF109A797AC}"/>
              </a:ext>
            </a:extLst>
          </p:cNvPr>
          <p:cNvSpPr/>
          <p:nvPr/>
        </p:nvSpPr>
        <p:spPr>
          <a:xfrm>
            <a:off x="1964266" y="1671782"/>
            <a:ext cx="222289" cy="124845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317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>
                <a:solidFill>
                  <a:schemeClr val="tx1">
                    <a:lumMod val="65000"/>
                    <a:lumOff val="35000"/>
                  </a:schemeClr>
                </a:solidFill>
              </a:rPr>
              <a:t>col-2</a:t>
            </a:r>
            <a:endParaRPr lang="ko-KR" altLang="en-US" sz="6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B54A3E61-45EA-87C4-C5DA-D7BD6C53429E}"/>
              </a:ext>
            </a:extLst>
          </p:cNvPr>
          <p:cNvSpPr/>
          <p:nvPr/>
        </p:nvSpPr>
        <p:spPr>
          <a:xfrm>
            <a:off x="4744857" y="1671782"/>
            <a:ext cx="222289" cy="124845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317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>
                <a:solidFill>
                  <a:schemeClr val="tx1">
                    <a:lumMod val="65000"/>
                    <a:lumOff val="35000"/>
                  </a:schemeClr>
                </a:solidFill>
              </a:rPr>
              <a:t>col-4</a:t>
            </a:r>
            <a:endParaRPr lang="ko-KR" altLang="en-US" sz="6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A66F3D8D-DB8C-9B1D-BBA6-95264D5D080E}"/>
              </a:ext>
            </a:extLst>
          </p:cNvPr>
          <p:cNvSpPr/>
          <p:nvPr/>
        </p:nvSpPr>
        <p:spPr>
          <a:xfrm>
            <a:off x="6138442" y="1671782"/>
            <a:ext cx="222289" cy="124845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317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>
                <a:solidFill>
                  <a:schemeClr val="tx1">
                    <a:lumMod val="65000"/>
                    <a:lumOff val="35000"/>
                  </a:schemeClr>
                </a:solidFill>
              </a:rPr>
              <a:t>col-2</a:t>
            </a:r>
            <a:endParaRPr lang="ko-KR" altLang="en-US" sz="6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2910FB18-55BC-B5A0-C61C-EC00848EFDB8}"/>
              </a:ext>
            </a:extLst>
          </p:cNvPr>
          <p:cNvSpPr/>
          <p:nvPr/>
        </p:nvSpPr>
        <p:spPr>
          <a:xfrm>
            <a:off x="8918554" y="1671781"/>
            <a:ext cx="222289" cy="124845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317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>
                <a:solidFill>
                  <a:schemeClr val="tx1">
                    <a:lumMod val="65000"/>
                    <a:lumOff val="35000"/>
                  </a:schemeClr>
                </a:solidFill>
              </a:rPr>
              <a:t>col-4</a:t>
            </a:r>
            <a:endParaRPr lang="ko-KR" altLang="en-US" sz="6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D1F04C2A-229B-C8F8-5B6C-91C13D1D9E12}"/>
              </a:ext>
            </a:extLst>
          </p:cNvPr>
          <p:cNvSpPr/>
          <p:nvPr/>
        </p:nvSpPr>
        <p:spPr>
          <a:xfrm>
            <a:off x="513081" y="1671783"/>
            <a:ext cx="286948" cy="124844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175"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>
                <a:solidFill>
                  <a:schemeClr val="tx1">
                    <a:lumMod val="65000"/>
                    <a:lumOff val="35000"/>
                  </a:schemeClr>
                </a:solidFill>
              </a:rPr>
              <a:t>col-12</a:t>
            </a:r>
            <a:endParaRPr lang="ko-KR" altLang="en-US" sz="6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504E098-22D5-BD24-5631-3F7EF818B218}"/>
              </a:ext>
            </a:extLst>
          </p:cNvPr>
          <p:cNvSpPr/>
          <p:nvPr/>
        </p:nvSpPr>
        <p:spPr>
          <a:xfrm>
            <a:off x="1964266" y="2627769"/>
            <a:ext cx="222289" cy="124845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317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>
                <a:solidFill>
                  <a:schemeClr val="tx1">
                    <a:lumMod val="65000"/>
                    <a:lumOff val="35000"/>
                  </a:schemeClr>
                </a:solidFill>
              </a:rPr>
              <a:t>col-2</a:t>
            </a:r>
            <a:endParaRPr lang="ko-KR" altLang="en-US" sz="6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F37AB5A8-E1BF-A8C4-E6EE-2D9DE4963586}"/>
              </a:ext>
            </a:extLst>
          </p:cNvPr>
          <p:cNvSpPr/>
          <p:nvPr/>
        </p:nvSpPr>
        <p:spPr>
          <a:xfrm>
            <a:off x="3350793" y="2627769"/>
            <a:ext cx="222289" cy="124845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317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>
                <a:solidFill>
                  <a:schemeClr val="tx1">
                    <a:lumMod val="65000"/>
                    <a:lumOff val="35000"/>
                  </a:schemeClr>
                </a:solidFill>
              </a:rPr>
              <a:t>col-2</a:t>
            </a:r>
            <a:endParaRPr lang="ko-KR" altLang="en-US" sz="6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03038A6D-39B3-B10D-0269-1BA07D821ADD}"/>
              </a:ext>
            </a:extLst>
          </p:cNvPr>
          <p:cNvSpPr/>
          <p:nvPr/>
        </p:nvSpPr>
        <p:spPr>
          <a:xfrm>
            <a:off x="4744857" y="2627769"/>
            <a:ext cx="222289" cy="124845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317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>
                <a:solidFill>
                  <a:schemeClr val="tx1">
                    <a:lumMod val="65000"/>
                    <a:lumOff val="35000"/>
                  </a:schemeClr>
                </a:solidFill>
              </a:rPr>
              <a:t>col-2</a:t>
            </a:r>
            <a:endParaRPr lang="ko-KR" altLang="en-US" sz="6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F59023CB-5068-910F-3DC5-4096932CC8BA}"/>
              </a:ext>
            </a:extLst>
          </p:cNvPr>
          <p:cNvSpPr/>
          <p:nvPr/>
        </p:nvSpPr>
        <p:spPr>
          <a:xfrm>
            <a:off x="6138442" y="2627769"/>
            <a:ext cx="222289" cy="124845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317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>
                <a:solidFill>
                  <a:schemeClr val="tx1">
                    <a:lumMod val="65000"/>
                    <a:lumOff val="35000"/>
                  </a:schemeClr>
                </a:solidFill>
              </a:rPr>
              <a:t>col-2</a:t>
            </a:r>
            <a:endParaRPr lang="ko-KR" altLang="en-US" sz="6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52CA7AAC-F2F0-18C6-0CA8-47CDE3094C50}"/>
              </a:ext>
            </a:extLst>
          </p:cNvPr>
          <p:cNvSpPr/>
          <p:nvPr/>
        </p:nvSpPr>
        <p:spPr>
          <a:xfrm>
            <a:off x="8918554" y="2627768"/>
            <a:ext cx="222289" cy="124845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317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>
                <a:solidFill>
                  <a:schemeClr val="tx1">
                    <a:lumMod val="65000"/>
                    <a:lumOff val="35000"/>
                  </a:schemeClr>
                </a:solidFill>
              </a:rPr>
              <a:t>col-4</a:t>
            </a:r>
            <a:endParaRPr lang="ko-KR" altLang="en-US" sz="6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27E726F9-946F-BA87-3B9F-AD4D941DDC51}"/>
              </a:ext>
            </a:extLst>
          </p:cNvPr>
          <p:cNvSpPr/>
          <p:nvPr/>
        </p:nvSpPr>
        <p:spPr>
          <a:xfrm>
            <a:off x="513081" y="2627770"/>
            <a:ext cx="286948" cy="124844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175"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>
                <a:solidFill>
                  <a:schemeClr val="tx1">
                    <a:lumMod val="65000"/>
                    <a:lumOff val="35000"/>
                  </a:schemeClr>
                </a:solidFill>
              </a:rPr>
              <a:t>col-12</a:t>
            </a:r>
            <a:endParaRPr lang="ko-KR" altLang="en-US" sz="6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149811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ED28C138-2018-FFFB-A739-9B5A1B1B22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188" y="536727"/>
            <a:ext cx="2597283" cy="25528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40676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332328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441</TotalTime>
  <Words>56</Words>
  <Application>Microsoft Office PowerPoint</Application>
  <PresentationFormat>와이드스크린</PresentationFormat>
  <Paragraphs>47</Paragraphs>
  <Slides>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9" baseType="lpstr">
      <vt:lpstr>맑은 고딕</vt:lpstr>
      <vt:lpstr>바탕체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moonchel kang</dc:creator>
  <cp:lastModifiedBy>moonchel kang</cp:lastModifiedBy>
  <cp:revision>12</cp:revision>
  <dcterms:created xsi:type="dcterms:W3CDTF">2026-06-19T00:41:41Z</dcterms:created>
  <dcterms:modified xsi:type="dcterms:W3CDTF">2026-06-21T02:21:29Z</dcterms:modified>
</cp:coreProperties>
</file>