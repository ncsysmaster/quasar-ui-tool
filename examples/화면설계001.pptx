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92" autoAdjust="0"/>
    <p:restoredTop sz="94660"/>
  </p:normalViewPr>
  <p:slideViewPr>
    <p:cSldViewPr snapToGrid="0">
      <p:cViewPr varScale="1">
        <p:scale>
          <a:sx n="89" d="100"/>
          <a:sy n="89" d="100"/>
        </p:scale>
        <p:origin x="9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EC77D-9356-779E-6FA7-AB9358144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B384491-440F-6015-D5EF-E01BB4576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8A1AF6-631F-8057-6EE0-6A875A500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A7C404-960B-AA35-2D28-A72E59E81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20270-F65E-0C2F-F035-27DA1C16D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187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19675-6E41-F0A6-2662-1EF24A158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3421BD-EAC2-34B6-BFBA-1AA64493C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2F4B7A-DAF6-F78C-2860-CB716B5D0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8E2EE9-5886-DF12-0B43-D04DA4E99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814F3D-350E-3CD8-6288-F2C04E321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683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BC399E-CC37-961C-6B7F-55A5AD16A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339B0B-9394-B465-D53A-B06E527F6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331935-F68F-AC31-69CB-2E721A95F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D0E17D-4696-6A65-BE69-9239E8A90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B33D12-E092-93E3-2084-64F90A5B7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098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A6FDC-02CB-0ED2-6E94-1C26E22FC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47FF9F-8CEC-9DB0-FDC6-CEE7B65E4F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6A5C5D-61AD-0F89-3C4C-D1C907FB3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D26DF2-1828-2063-D6FC-DB698FCE7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20300F-8628-C987-B8F4-FFA27A14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280683-9777-B4E3-1795-00B0D2F6F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484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047048-DAA6-313D-755D-AA0964083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E9868A-7425-D1F1-A293-7A9CFCD01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DBCB1B-A94B-CFEF-22E9-FA8C04C54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321AC5-8D1A-53F4-F62F-5173936692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5E930F-C08E-67CF-451A-410DC42458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E502C14-A1A1-76BE-133D-56E0AF353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4C2248E-AB77-8B3F-36E8-992A3E5A1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39B8F34-A417-5C2D-D25F-F26A8F221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115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00EFDD-64AA-D7F6-8EF6-908095413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5FDCB8-E775-83DE-DD6D-22B4728D8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809C8E7-3F7F-5524-C59E-22D1101B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BF9130-660F-384B-308C-1DB4F3A2D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791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47F05A0-3699-AF21-3E02-9F8943F55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FF08C9F-CDC5-5604-1D36-C93725499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B5D659-1539-618F-FD5B-672ABB83B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2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5EC316-7334-5967-2BB2-B54B4E6E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B851C9-25F6-F38D-EF95-93FAB93F5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896960-F01C-5828-4D30-980563B22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00E651-55E6-262F-A5EE-7D3321EC0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F1CDBC-34AC-1743-30B6-91003482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7019B2-DA1A-F989-C7D3-C54C3416D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332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3CA3D9-6C78-3A50-CCC9-248EB1298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D3B9A0D-27E5-0B5D-49EA-0FDB556B1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44FA145-BD04-4609-86A7-AA92026CF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E6D5CE-C939-8A38-3801-78CA863BA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F5BD6A-0A94-A9D0-87FD-83CBE0382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7D97F1-FFA7-4AFD-8D2D-2614D141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292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77F0CC-7CCE-14D3-0F93-E29D16A1F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0654CFC-C557-E958-E5D3-73A6085CA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056A42-5960-3A6C-E772-B1B1CA3D2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C04913-17DB-22C9-E9F4-A03B8DA98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390394-726A-03A6-B893-D75CD8659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6278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A6CFB14-1D21-2549-ABCE-1816D48835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71B3BE3-6B96-73B1-1B00-C7CCE7031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CE64E1-3A3D-1B4B-4F1B-83FAE43A0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B85B84-85AD-269C-3344-1459DF83D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067BE9-1223-C217-0946-15CB45DB9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850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13DA951-CE35-33B7-8FF7-077C2E54E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64E0FE-4A0E-E088-9904-FAA978F03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588237-E509-8B62-FECA-C6F589779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FA9E92-26D2-4973-9671-7F652E9E4432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E42B1C-DDD6-2364-70EE-9902E32A1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D85A4D-B629-2D73-DECA-37E7C1AC8A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620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C56EC1C-BA28-4A9E-28CB-4BDD91CCED3A}"/>
              </a:ext>
            </a:extLst>
          </p:cNvPr>
          <p:cNvSpPr/>
          <p:nvPr/>
        </p:nvSpPr>
        <p:spPr>
          <a:xfrm>
            <a:off x="225777" y="349956"/>
            <a:ext cx="11774311" cy="936977"/>
          </a:xfrm>
          <a:prstGeom prst="roundRect">
            <a:avLst>
              <a:gd name="adj" fmla="val 346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9FB7D1E-872E-D0D4-C010-D7388BCEFD38}"/>
              </a:ext>
            </a:extLst>
          </p:cNvPr>
          <p:cNvSpPr/>
          <p:nvPr/>
        </p:nvSpPr>
        <p:spPr>
          <a:xfrm>
            <a:off x="11232444" y="849333"/>
            <a:ext cx="666045" cy="316089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검색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F938F7A-6E53-FCFC-B86A-97685F439F87}"/>
              </a:ext>
            </a:extLst>
          </p:cNvPr>
          <p:cNvSpPr/>
          <p:nvPr/>
        </p:nvSpPr>
        <p:spPr>
          <a:xfrm>
            <a:off x="10397067" y="857955"/>
            <a:ext cx="790221" cy="316089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초기화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4B89DD-D08D-B288-7499-D461A5327ADE}"/>
              </a:ext>
            </a:extLst>
          </p:cNvPr>
          <p:cNvSpPr txBox="1"/>
          <p:nvPr/>
        </p:nvSpPr>
        <p:spPr>
          <a:xfrm>
            <a:off x="383822" y="440267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조회분류 </a:t>
            </a:r>
            <a:r>
              <a:rPr lang="en-US" altLang="ko-KR" sz="1400">
                <a:solidFill>
                  <a:srgbClr val="FF0000"/>
                </a:solidFill>
              </a:rPr>
              <a:t>*</a:t>
            </a:r>
            <a:endParaRPr lang="ko-KR" altLang="en-US" sz="1400">
              <a:solidFill>
                <a:srgbClr val="FF0000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9F8CFF8-748F-9B28-F915-E152F801C111}"/>
              </a:ext>
            </a:extLst>
          </p:cNvPr>
          <p:cNvGrpSpPr/>
          <p:nvPr/>
        </p:nvGrpSpPr>
        <p:grpSpPr>
          <a:xfrm>
            <a:off x="1727199" y="440267"/>
            <a:ext cx="1896534" cy="307777"/>
            <a:chOff x="1727199" y="440267"/>
            <a:chExt cx="1896534" cy="307777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7EBDDD28-F49D-C3D5-F5D3-E34B2240087D}"/>
                </a:ext>
              </a:extLst>
            </p:cNvPr>
            <p:cNvSpPr/>
            <p:nvPr/>
          </p:nvSpPr>
          <p:spPr>
            <a:xfrm>
              <a:off x="1727199" y="440267"/>
              <a:ext cx="1896534" cy="307777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이등변 삼각형 9">
              <a:extLst>
                <a:ext uri="{FF2B5EF4-FFF2-40B4-BE49-F238E27FC236}">
                  <a16:creationId xmlns:a16="http://schemas.microsoft.com/office/drawing/2014/main" id="{1A750F0A-1FBD-32F3-8015-079E138EC2F2}"/>
                </a:ext>
              </a:extLst>
            </p:cNvPr>
            <p:cNvSpPr/>
            <p:nvPr/>
          </p:nvSpPr>
          <p:spPr>
            <a:xfrm rot="10800000">
              <a:off x="3443112" y="567266"/>
              <a:ext cx="90310" cy="76355"/>
            </a:xfrm>
            <a:prstGeom prst="triangl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9BC9450-2DD3-AE3C-F71D-A14BCFF3FF22}"/>
              </a:ext>
            </a:extLst>
          </p:cNvPr>
          <p:cNvGrpSpPr/>
          <p:nvPr/>
        </p:nvGrpSpPr>
        <p:grpSpPr>
          <a:xfrm>
            <a:off x="3730976" y="434623"/>
            <a:ext cx="1896534" cy="307777"/>
            <a:chOff x="1727199" y="440267"/>
            <a:chExt cx="1896534" cy="307777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6A38166F-12D2-FA72-B88E-ACE142C07117}"/>
                </a:ext>
              </a:extLst>
            </p:cNvPr>
            <p:cNvSpPr/>
            <p:nvPr/>
          </p:nvSpPr>
          <p:spPr>
            <a:xfrm>
              <a:off x="1727199" y="440267"/>
              <a:ext cx="1896534" cy="307777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이등변 삼각형 13">
              <a:extLst>
                <a:ext uri="{FF2B5EF4-FFF2-40B4-BE49-F238E27FC236}">
                  <a16:creationId xmlns:a16="http://schemas.microsoft.com/office/drawing/2014/main" id="{94CFA7E7-C950-89EC-C8BE-224B82FA0A02}"/>
                </a:ext>
              </a:extLst>
            </p:cNvPr>
            <p:cNvSpPr/>
            <p:nvPr/>
          </p:nvSpPr>
          <p:spPr>
            <a:xfrm rot="10800000">
              <a:off x="3443112" y="567266"/>
              <a:ext cx="90310" cy="76355"/>
            </a:xfrm>
            <a:prstGeom prst="triangl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712C00C-9E1B-0A78-E79E-4C5439F6E870}"/>
              </a:ext>
            </a:extLst>
          </p:cNvPr>
          <p:cNvSpPr txBox="1"/>
          <p:nvPr/>
        </p:nvSpPr>
        <p:spPr>
          <a:xfrm>
            <a:off x="6104467" y="441600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조회구분</a:t>
            </a:r>
            <a:endParaRPr lang="ko-KR" altLang="en-US" sz="1400">
              <a:solidFill>
                <a:srgbClr val="FF0000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33728A1-5ED5-F66A-1ACE-F22B6D41D9FD}"/>
              </a:ext>
            </a:extLst>
          </p:cNvPr>
          <p:cNvGrpSpPr/>
          <p:nvPr/>
        </p:nvGrpSpPr>
        <p:grpSpPr>
          <a:xfrm>
            <a:off x="7275690" y="434623"/>
            <a:ext cx="581378" cy="279399"/>
            <a:chOff x="7343424" y="434623"/>
            <a:chExt cx="581378" cy="279399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0C496EAA-35F9-BED2-FFFD-203D61B8F832}"/>
                </a:ext>
              </a:extLst>
            </p:cNvPr>
            <p:cNvSpPr/>
            <p:nvPr/>
          </p:nvSpPr>
          <p:spPr>
            <a:xfrm>
              <a:off x="7343424" y="434623"/>
              <a:ext cx="581378" cy="279399"/>
            </a:xfrm>
            <a:prstGeom prst="roundRect">
              <a:avLst>
                <a:gd name="adj" fmla="val 48990"/>
              </a:avLst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6E62772-75AC-4A97-C3C2-23508731119B}"/>
                </a:ext>
              </a:extLst>
            </p:cNvPr>
            <p:cNvSpPr/>
            <p:nvPr/>
          </p:nvSpPr>
          <p:spPr>
            <a:xfrm>
              <a:off x="7402688" y="486756"/>
              <a:ext cx="183443" cy="19637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FF9776F-8EC6-6669-CA7C-FCB16C4BD1A7}"/>
              </a:ext>
            </a:extLst>
          </p:cNvPr>
          <p:cNvSpPr txBox="1"/>
          <p:nvPr/>
        </p:nvSpPr>
        <p:spPr>
          <a:xfrm>
            <a:off x="7865534" y="416200"/>
            <a:ext cx="781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필수</a:t>
            </a:r>
            <a:endParaRPr lang="ko-KR" altLang="en-US" sz="1400">
              <a:solidFill>
                <a:srgbClr val="FF0000"/>
              </a:solidFill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0837EE4-BD9F-1CF7-627D-FB8DF62247C7}"/>
              </a:ext>
            </a:extLst>
          </p:cNvPr>
          <p:cNvGrpSpPr/>
          <p:nvPr/>
        </p:nvGrpSpPr>
        <p:grpSpPr>
          <a:xfrm>
            <a:off x="8691036" y="421846"/>
            <a:ext cx="581378" cy="279399"/>
            <a:chOff x="7343424" y="434623"/>
            <a:chExt cx="581378" cy="279399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7FD193A8-2363-8B16-FB54-546D6D407E2F}"/>
                </a:ext>
              </a:extLst>
            </p:cNvPr>
            <p:cNvSpPr/>
            <p:nvPr/>
          </p:nvSpPr>
          <p:spPr>
            <a:xfrm>
              <a:off x="7343424" y="434623"/>
              <a:ext cx="581378" cy="279399"/>
            </a:xfrm>
            <a:prstGeom prst="roundRect">
              <a:avLst>
                <a:gd name="adj" fmla="val 48990"/>
              </a:avLst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266F2ACD-FDE0-6F06-CC9B-07D6E8DE8200}"/>
                </a:ext>
              </a:extLst>
            </p:cNvPr>
            <p:cNvSpPr/>
            <p:nvPr/>
          </p:nvSpPr>
          <p:spPr>
            <a:xfrm>
              <a:off x="7402688" y="486756"/>
              <a:ext cx="183443" cy="19637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7B4B9797-D0FA-417F-9830-BA3F05AC08E9}"/>
              </a:ext>
            </a:extLst>
          </p:cNvPr>
          <p:cNvSpPr txBox="1"/>
          <p:nvPr/>
        </p:nvSpPr>
        <p:spPr>
          <a:xfrm>
            <a:off x="9292169" y="403423"/>
            <a:ext cx="958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사용여부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E213CD-AAFF-2547-6547-7F506E60C9AC}"/>
              </a:ext>
            </a:extLst>
          </p:cNvPr>
          <p:cNvSpPr txBox="1"/>
          <p:nvPr/>
        </p:nvSpPr>
        <p:spPr>
          <a:xfrm>
            <a:off x="383822" y="894800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조회명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1609B92-FFEE-DF71-BD13-021D33613B64}"/>
              </a:ext>
            </a:extLst>
          </p:cNvPr>
          <p:cNvSpPr/>
          <p:nvPr/>
        </p:nvSpPr>
        <p:spPr>
          <a:xfrm>
            <a:off x="1727198" y="866267"/>
            <a:ext cx="3900311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8D45423-2514-D349-A583-8F899079A3C9}"/>
              </a:ext>
            </a:extLst>
          </p:cNvPr>
          <p:cNvSpPr/>
          <p:nvPr/>
        </p:nvSpPr>
        <p:spPr>
          <a:xfrm>
            <a:off x="231420" y="1992491"/>
            <a:ext cx="11774311" cy="3663242"/>
          </a:xfrm>
          <a:prstGeom prst="roundRect">
            <a:avLst>
              <a:gd name="adj" fmla="val 346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1B5231D-4A83-C6D6-E0FF-E869E45A0994}"/>
              </a:ext>
            </a:extLst>
          </p:cNvPr>
          <p:cNvSpPr/>
          <p:nvPr/>
        </p:nvSpPr>
        <p:spPr>
          <a:xfrm>
            <a:off x="11266311" y="1631247"/>
            <a:ext cx="666045" cy="316089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저장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36D5ABC-CADA-165F-57BD-F9E536D4DDA3}"/>
              </a:ext>
            </a:extLst>
          </p:cNvPr>
          <p:cNvSpPr/>
          <p:nvPr/>
        </p:nvSpPr>
        <p:spPr>
          <a:xfrm>
            <a:off x="9004304" y="1639869"/>
            <a:ext cx="790221" cy="316089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초기화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17B362-B044-818E-97A9-3947748637B2}"/>
              </a:ext>
            </a:extLst>
          </p:cNvPr>
          <p:cNvSpPr txBox="1"/>
          <p:nvPr/>
        </p:nvSpPr>
        <p:spPr>
          <a:xfrm>
            <a:off x="389465" y="2082802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상세분류 </a:t>
            </a:r>
            <a:r>
              <a:rPr lang="en-US" altLang="ko-KR" sz="1400">
                <a:solidFill>
                  <a:srgbClr val="FF0000"/>
                </a:solidFill>
              </a:rPr>
              <a:t>*</a:t>
            </a:r>
            <a:endParaRPr lang="ko-KR" altLang="en-US" sz="1400">
              <a:solidFill>
                <a:srgbClr val="FF0000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0AB6B98-6372-8E66-F429-BF5ACF240EFA}"/>
              </a:ext>
            </a:extLst>
          </p:cNvPr>
          <p:cNvGrpSpPr/>
          <p:nvPr/>
        </p:nvGrpSpPr>
        <p:grpSpPr>
          <a:xfrm>
            <a:off x="1732842" y="2082802"/>
            <a:ext cx="1896534" cy="307777"/>
            <a:chOff x="1727199" y="440267"/>
            <a:chExt cx="1896534" cy="307777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A0E22F01-81C2-A89B-73C1-EA4BB387DB90}"/>
                </a:ext>
              </a:extLst>
            </p:cNvPr>
            <p:cNvSpPr/>
            <p:nvPr/>
          </p:nvSpPr>
          <p:spPr>
            <a:xfrm>
              <a:off x="1727199" y="440267"/>
              <a:ext cx="1896534" cy="307777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이등변 삼각형 31">
              <a:extLst>
                <a:ext uri="{FF2B5EF4-FFF2-40B4-BE49-F238E27FC236}">
                  <a16:creationId xmlns:a16="http://schemas.microsoft.com/office/drawing/2014/main" id="{03F6CBBD-2918-C2EE-3681-59D6213890F5}"/>
                </a:ext>
              </a:extLst>
            </p:cNvPr>
            <p:cNvSpPr/>
            <p:nvPr/>
          </p:nvSpPr>
          <p:spPr>
            <a:xfrm rot="10800000">
              <a:off x="3443112" y="567266"/>
              <a:ext cx="90310" cy="76355"/>
            </a:xfrm>
            <a:prstGeom prst="triangl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1467E6A-6B61-51E9-9F6D-9D94E954C650}"/>
              </a:ext>
            </a:extLst>
          </p:cNvPr>
          <p:cNvGrpSpPr/>
          <p:nvPr/>
        </p:nvGrpSpPr>
        <p:grpSpPr>
          <a:xfrm>
            <a:off x="3736619" y="2077158"/>
            <a:ext cx="1896534" cy="307777"/>
            <a:chOff x="1727199" y="440267"/>
            <a:chExt cx="1896534" cy="307777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CA776079-CCA8-B4F7-4E44-297876253003}"/>
                </a:ext>
              </a:extLst>
            </p:cNvPr>
            <p:cNvSpPr/>
            <p:nvPr/>
          </p:nvSpPr>
          <p:spPr>
            <a:xfrm>
              <a:off x="1727199" y="440267"/>
              <a:ext cx="1896534" cy="307777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이등변 삼각형 34">
              <a:extLst>
                <a:ext uri="{FF2B5EF4-FFF2-40B4-BE49-F238E27FC236}">
                  <a16:creationId xmlns:a16="http://schemas.microsoft.com/office/drawing/2014/main" id="{7ADA2B6E-307A-CB5C-D6EB-6EB3398F4386}"/>
                </a:ext>
              </a:extLst>
            </p:cNvPr>
            <p:cNvSpPr/>
            <p:nvPr/>
          </p:nvSpPr>
          <p:spPr>
            <a:xfrm rot="10800000">
              <a:off x="3443112" y="567266"/>
              <a:ext cx="90310" cy="76355"/>
            </a:xfrm>
            <a:prstGeom prst="triangl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E4FBFAF-665D-5E31-45FC-782AE39C6814}"/>
              </a:ext>
            </a:extLst>
          </p:cNvPr>
          <p:cNvSpPr txBox="1"/>
          <p:nvPr/>
        </p:nvSpPr>
        <p:spPr>
          <a:xfrm>
            <a:off x="6110110" y="2084135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구분</a:t>
            </a:r>
            <a:endParaRPr lang="ko-KR" altLang="en-US" sz="1400">
              <a:solidFill>
                <a:srgbClr val="FF0000"/>
              </a:solidFill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81E5C15A-3769-A385-F7E0-D4658DFD2DB8}"/>
              </a:ext>
            </a:extLst>
          </p:cNvPr>
          <p:cNvGrpSpPr/>
          <p:nvPr/>
        </p:nvGrpSpPr>
        <p:grpSpPr>
          <a:xfrm>
            <a:off x="7281333" y="2077158"/>
            <a:ext cx="581378" cy="279399"/>
            <a:chOff x="7343424" y="434623"/>
            <a:chExt cx="581378" cy="279399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D5323DF8-BD65-C96A-E2D5-FEBD7996B70C}"/>
                </a:ext>
              </a:extLst>
            </p:cNvPr>
            <p:cNvSpPr/>
            <p:nvPr/>
          </p:nvSpPr>
          <p:spPr>
            <a:xfrm>
              <a:off x="7343424" y="434623"/>
              <a:ext cx="581378" cy="279399"/>
            </a:xfrm>
            <a:prstGeom prst="roundRect">
              <a:avLst>
                <a:gd name="adj" fmla="val 48990"/>
              </a:avLst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36C9933-EE6F-2885-C0E1-0A53308FAB09}"/>
                </a:ext>
              </a:extLst>
            </p:cNvPr>
            <p:cNvSpPr/>
            <p:nvPr/>
          </p:nvSpPr>
          <p:spPr>
            <a:xfrm>
              <a:off x="7402688" y="486756"/>
              <a:ext cx="183443" cy="19637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4C547B4A-CC42-24CA-1FCD-EE1259FBD889}"/>
              </a:ext>
            </a:extLst>
          </p:cNvPr>
          <p:cNvSpPr txBox="1"/>
          <p:nvPr/>
        </p:nvSpPr>
        <p:spPr>
          <a:xfrm>
            <a:off x="7938911" y="2058735"/>
            <a:ext cx="781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필수</a:t>
            </a:r>
            <a:endParaRPr lang="ko-KR" altLang="en-US" sz="1400">
              <a:solidFill>
                <a:srgbClr val="FF0000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07E49F78-17DE-07D3-6B1D-38276F930A85}"/>
              </a:ext>
            </a:extLst>
          </p:cNvPr>
          <p:cNvGrpSpPr/>
          <p:nvPr/>
        </p:nvGrpSpPr>
        <p:grpSpPr>
          <a:xfrm>
            <a:off x="8696679" y="2064381"/>
            <a:ext cx="581378" cy="279399"/>
            <a:chOff x="7343424" y="434623"/>
            <a:chExt cx="581378" cy="279399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4D78C1A4-9CBB-963F-F395-FEE408B81CCA}"/>
                </a:ext>
              </a:extLst>
            </p:cNvPr>
            <p:cNvSpPr/>
            <p:nvPr/>
          </p:nvSpPr>
          <p:spPr>
            <a:xfrm>
              <a:off x="7343424" y="434623"/>
              <a:ext cx="581378" cy="279399"/>
            </a:xfrm>
            <a:prstGeom prst="roundRect">
              <a:avLst>
                <a:gd name="adj" fmla="val 48990"/>
              </a:avLst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6972209-5F63-47BC-C7F7-3FECF1CD3464}"/>
                </a:ext>
              </a:extLst>
            </p:cNvPr>
            <p:cNvSpPr/>
            <p:nvPr/>
          </p:nvSpPr>
          <p:spPr>
            <a:xfrm>
              <a:off x="7402688" y="486756"/>
              <a:ext cx="183443" cy="19637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572A6B91-DFFA-0D1B-61B6-2DF810B6B7F2}"/>
              </a:ext>
            </a:extLst>
          </p:cNvPr>
          <p:cNvSpPr txBox="1"/>
          <p:nvPr/>
        </p:nvSpPr>
        <p:spPr>
          <a:xfrm>
            <a:off x="9354257" y="2045958"/>
            <a:ext cx="781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폐강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F67C86-DE17-6988-6A10-1E38E1C69C72}"/>
              </a:ext>
            </a:extLst>
          </p:cNvPr>
          <p:cNvSpPr txBox="1"/>
          <p:nvPr/>
        </p:nvSpPr>
        <p:spPr>
          <a:xfrm>
            <a:off x="389465" y="2537335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상세명 </a:t>
            </a:r>
            <a:r>
              <a:rPr lang="en-US" altLang="ko-KR" sz="1400">
                <a:solidFill>
                  <a:srgbClr val="FF0000"/>
                </a:solidFill>
              </a:rPr>
              <a:t>*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DBDA8CF-8D0A-8048-4092-7268767F80C1}"/>
              </a:ext>
            </a:extLst>
          </p:cNvPr>
          <p:cNvSpPr/>
          <p:nvPr/>
        </p:nvSpPr>
        <p:spPr>
          <a:xfrm>
            <a:off x="1732841" y="2508802"/>
            <a:ext cx="3900311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DA738E94-02F8-21BA-7A74-B3EBAA7ED930}"/>
              </a:ext>
            </a:extLst>
          </p:cNvPr>
          <p:cNvSpPr/>
          <p:nvPr/>
        </p:nvSpPr>
        <p:spPr>
          <a:xfrm>
            <a:off x="10566399" y="1631247"/>
            <a:ext cx="666045" cy="316089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수정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BEB29B9D-1E4A-650E-D2E6-FC2963D05246}"/>
              </a:ext>
            </a:extLst>
          </p:cNvPr>
          <p:cNvSpPr/>
          <p:nvPr/>
        </p:nvSpPr>
        <p:spPr>
          <a:xfrm>
            <a:off x="9870016" y="1631247"/>
            <a:ext cx="666045" cy="316089"/>
          </a:xfrm>
          <a:prstGeom prst="roundRect">
            <a:avLst/>
          </a:prstGeom>
          <a:solidFill>
            <a:srgbClr val="FF000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삭제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458F4DE-AB49-F36E-D273-A30C9F6880D4}"/>
              </a:ext>
            </a:extLst>
          </p:cNvPr>
          <p:cNvSpPr txBox="1"/>
          <p:nvPr/>
        </p:nvSpPr>
        <p:spPr>
          <a:xfrm>
            <a:off x="6115756" y="2526046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상세정의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EDF66817-CD69-AAC9-CEA5-51462E78A31B}"/>
              </a:ext>
            </a:extLst>
          </p:cNvPr>
          <p:cNvSpPr/>
          <p:nvPr/>
        </p:nvSpPr>
        <p:spPr>
          <a:xfrm>
            <a:off x="7275690" y="2540005"/>
            <a:ext cx="4521202" cy="1150136"/>
          </a:xfrm>
          <a:prstGeom prst="roundRect">
            <a:avLst>
              <a:gd name="adj" fmla="val 10894"/>
            </a:avLst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ECE70D-88D3-A019-D64A-6EC6993E2A20}"/>
              </a:ext>
            </a:extLst>
          </p:cNvPr>
          <p:cNvSpPr txBox="1"/>
          <p:nvPr/>
        </p:nvSpPr>
        <p:spPr>
          <a:xfrm>
            <a:off x="395108" y="2983249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참조사항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2DEA3AA9-F516-1DDE-18E0-336BA6685D4A}"/>
              </a:ext>
            </a:extLst>
          </p:cNvPr>
          <p:cNvSpPr/>
          <p:nvPr/>
        </p:nvSpPr>
        <p:spPr>
          <a:xfrm>
            <a:off x="1738484" y="2954716"/>
            <a:ext cx="3900311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A5A049-6A96-2672-646C-CAD9377F0027}"/>
              </a:ext>
            </a:extLst>
          </p:cNvPr>
          <p:cNvSpPr txBox="1"/>
          <p:nvPr/>
        </p:nvSpPr>
        <p:spPr>
          <a:xfrm>
            <a:off x="395108" y="3403604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파일선택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0C23DB39-E2EF-461A-210A-0FF5C6DC9107}"/>
              </a:ext>
            </a:extLst>
          </p:cNvPr>
          <p:cNvSpPr/>
          <p:nvPr/>
        </p:nvSpPr>
        <p:spPr>
          <a:xfrm>
            <a:off x="1738484" y="3373739"/>
            <a:ext cx="3900311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>
                <a:solidFill>
                  <a:schemeClr val="bg1">
                    <a:lumMod val="65000"/>
                  </a:schemeClr>
                </a:solidFill>
              </a:rPr>
              <a:t>선택된 파일 없음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5B18D15-25BC-85DC-148D-10353ED50134}"/>
              </a:ext>
            </a:extLst>
          </p:cNvPr>
          <p:cNvSpPr txBox="1"/>
          <p:nvPr/>
        </p:nvSpPr>
        <p:spPr>
          <a:xfrm>
            <a:off x="395108" y="3782802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상세설명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B049D74B-5B23-8832-1106-507A8312B17B}"/>
              </a:ext>
            </a:extLst>
          </p:cNvPr>
          <p:cNvSpPr/>
          <p:nvPr/>
        </p:nvSpPr>
        <p:spPr>
          <a:xfrm>
            <a:off x="1727198" y="3820997"/>
            <a:ext cx="10069694" cy="1755714"/>
          </a:xfrm>
          <a:prstGeom prst="roundRect">
            <a:avLst>
              <a:gd name="adj" fmla="val 2937"/>
            </a:avLst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FF3F2F44-C1FD-FBC7-3D1C-13AC2290C1C6}"/>
              </a:ext>
            </a:extLst>
          </p:cNvPr>
          <p:cNvSpPr/>
          <p:nvPr/>
        </p:nvSpPr>
        <p:spPr>
          <a:xfrm>
            <a:off x="1731430" y="3826640"/>
            <a:ext cx="10069694" cy="335360"/>
          </a:xfrm>
          <a:prstGeom prst="roundRect">
            <a:avLst>
              <a:gd name="adj" fmla="val 10788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바탕체" panose="02030609000101010101" pitchFamily="17" charset="-127"/>
                <a:ea typeface="바탕체" panose="02030609000101010101" pitchFamily="17" charset="-127"/>
              </a:rPr>
              <a:t>B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  </a:t>
            </a:r>
            <a:r>
              <a:rPr lang="en-US" altLang="ko-KR" sz="1600" i="1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I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   </a:t>
            </a:r>
            <a:r>
              <a:rPr lang="en-US" altLang="ko-KR" sz="1600" u="sng">
                <a:solidFill>
                  <a:schemeClr val="tx1">
                    <a:lumMod val="65000"/>
                    <a:lumOff val="35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U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endParaRPr lang="ko-KR" altLang="en-US" sz="1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0F57DF53-D65A-F6A6-6DC7-A49246F4E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220" y="3860951"/>
            <a:ext cx="1000265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432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16794</TotalTime>
  <Words>30</Words>
  <Application>Microsoft Office PowerPoint</Application>
  <PresentationFormat>와이드스크린</PresentationFormat>
  <Paragraphs>22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바탕체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moonchel kang</dc:creator>
  <cp:lastModifiedBy>moonchel kang</cp:lastModifiedBy>
  <cp:revision>27</cp:revision>
  <dcterms:created xsi:type="dcterms:W3CDTF">2026-06-19T00:41:41Z</dcterms:created>
  <dcterms:modified xsi:type="dcterms:W3CDTF">2026-07-14T02:11:21Z</dcterms:modified>
</cp:coreProperties>
</file>