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53da6e3daf94d05" /><Relationship Type="http://schemas.openxmlformats.org/officeDocument/2006/relationships/extended-properties" Target="/docProps/app.xml" Id="Re4ae913aa43d4494" /><Relationship Type="http://schemas.openxmlformats.org/officeDocument/2006/relationships/officeDocument" Target="/ppt/presentation.xml" Id="R5230082fd1ed40f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01a31c84094be7"/>
  </p:sldMasterIdLst>
  <p:notesMasterIdLst>
    <p:notesMasterId xmlns:r="http://schemas.openxmlformats.org/officeDocument/2006/relationships" r:id="R14c99d7a1e294401"/>
  </p:notesMasterIdLst>
  <p:sldIdLst>
    <p:sldId xmlns:r="http://schemas.openxmlformats.org/officeDocument/2006/relationships" id="256" r:id="R61af62e8dba741f3"/>
    <p:sldId xmlns:r="http://schemas.openxmlformats.org/officeDocument/2006/relationships" id="257" r:id="R77235026b98249ce"/>
    <p:sldId xmlns:r="http://schemas.openxmlformats.org/officeDocument/2006/relationships" id="258" r:id="R0472989a85a34899"/>
    <p:sldId xmlns:r="http://schemas.openxmlformats.org/officeDocument/2006/relationships" id="259" r:id="Rc9e634e386ce44c3"/>
    <p:sldId xmlns:r="http://schemas.openxmlformats.org/officeDocument/2006/relationships" id="260" r:id="R9870b4f8854c400f"/>
    <p:sldId xmlns:r="http://schemas.openxmlformats.org/officeDocument/2006/relationships" id="261" r:id="R22084b565fbe4dbd"/>
    <p:sldId xmlns:r="http://schemas.openxmlformats.org/officeDocument/2006/relationships" id="262" r:id="R9eed88274662432c"/>
    <p:sldId xmlns:r="http://schemas.openxmlformats.org/officeDocument/2006/relationships" id="263" r:id="R2947f29f9db24f55"/>
    <p:sldId xmlns:r="http://schemas.openxmlformats.org/officeDocument/2006/relationships" id="264" r:id="R2fc05df470ca4c3e"/>
    <p:sldId xmlns:r="http://schemas.openxmlformats.org/officeDocument/2006/relationships" id="265" r:id="Rcd8ceef31ca34e98"/>
    <p:sldId xmlns:r="http://schemas.openxmlformats.org/officeDocument/2006/relationships" id="266" r:id="R47ada30ed44d45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e54ce50ebb49a6" /><Relationship Type="http://schemas.openxmlformats.org/officeDocument/2006/relationships/slideMaster" Target="/ppt/slideMasters/slideMaster1.xml" Id="Rd201a31c84094be7" /><Relationship Type="http://schemas.openxmlformats.org/officeDocument/2006/relationships/notesMaster" Target="/ppt/notesMasters/notesMaster1.xml" Id="R14c99d7a1e294401" /><Relationship Type="http://schemas.openxmlformats.org/officeDocument/2006/relationships/presProps" Target="/ppt/presProps.xml" Id="Rd7aa6d488068497f" /><Relationship Type="http://schemas.openxmlformats.org/officeDocument/2006/relationships/tableStyles" Target="/ppt/tableStyles.xml" Id="Rfc36f68fcca349bc" /><Relationship Type="http://schemas.openxmlformats.org/officeDocument/2006/relationships/slide" Target="/ppt/slides/slide1.xml" Id="R61af62e8dba741f3" /><Relationship Type="http://schemas.openxmlformats.org/officeDocument/2006/relationships/slide" Target="/ppt/slides/slide2.xml" Id="R77235026b98249ce" /><Relationship Type="http://schemas.openxmlformats.org/officeDocument/2006/relationships/slide" Target="/ppt/slides/slide3.xml" Id="R0472989a85a34899" /><Relationship Type="http://schemas.openxmlformats.org/officeDocument/2006/relationships/slide" Target="/ppt/slides/slide4.xml" Id="Rc9e634e386ce44c3" /><Relationship Type="http://schemas.openxmlformats.org/officeDocument/2006/relationships/slide" Target="/ppt/slides/slide5.xml" Id="R9870b4f8854c400f" /><Relationship Type="http://schemas.openxmlformats.org/officeDocument/2006/relationships/slide" Target="/ppt/slides/slide6.xml" Id="R22084b565fbe4dbd" /><Relationship Type="http://schemas.openxmlformats.org/officeDocument/2006/relationships/slide" Target="/ppt/slides/slide7.xml" Id="R9eed88274662432c" /><Relationship Type="http://schemas.openxmlformats.org/officeDocument/2006/relationships/slide" Target="/ppt/slides/slide8.xml" Id="R2947f29f9db24f55" /><Relationship Type="http://schemas.openxmlformats.org/officeDocument/2006/relationships/slide" Target="/ppt/slides/slide9.xml" Id="R2fc05df470ca4c3e" /><Relationship Type="http://schemas.openxmlformats.org/officeDocument/2006/relationships/slide" Target="/ppt/slides/slide10.xml" Id="Rcd8ceef31ca34e98" /><Relationship Type="http://schemas.openxmlformats.org/officeDocument/2006/relationships/slide" Target="/ppt/slides/slide11.xml" Id="R47ada30ed44d45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47676f303f4d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0f429795bf34e83" /><Relationship Type="http://schemas.openxmlformats.org/officeDocument/2006/relationships/notesMaster" Target="/ppt/notesMasters/notesMaster1.xml" Id="Ra673227c0c0549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1cf1f63a50c4ee5" /><Relationship Type="http://schemas.openxmlformats.org/officeDocument/2006/relationships/notesMaster" Target="/ppt/notesMasters/notesMaster1.xml" Id="R5cc1f0911fdf42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29d9d0fc7e45aa" /><Relationship Type="http://schemas.openxmlformats.org/officeDocument/2006/relationships/notesMaster" Target="/ppt/notesMasters/notesMaster1.xml" Id="R09c9b59acf7445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3230eb6bb554ea9" /><Relationship Type="http://schemas.openxmlformats.org/officeDocument/2006/relationships/notesMaster" Target="/ppt/notesMasters/notesMaster1.xml" Id="R701ff8ae057745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e67cc0d03046ef" /><Relationship Type="http://schemas.openxmlformats.org/officeDocument/2006/relationships/notesMaster" Target="/ppt/notesMasters/notesMaster1.xml" Id="R51f922705104432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c50cb3fe3fd4526" /><Relationship Type="http://schemas.openxmlformats.org/officeDocument/2006/relationships/notesMaster" Target="/ppt/notesMasters/notesMaster1.xml" Id="Re338d2f9a701473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29c22cc01ec4571" /><Relationship Type="http://schemas.openxmlformats.org/officeDocument/2006/relationships/notesMaster" Target="/ppt/notesMasters/notesMaster1.xml" Id="Rc080494e71c2499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fc231425acc4078" /><Relationship Type="http://schemas.openxmlformats.org/officeDocument/2006/relationships/notesMaster" Target="/ppt/notesMasters/notesMaster1.xml" Id="R33690f71bb6447a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917c2d9f7dc4d4e" /><Relationship Type="http://schemas.openxmlformats.org/officeDocument/2006/relationships/notesMaster" Target="/ppt/notesMasters/notesMaster1.xml" Id="R8e578abede1140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2336d41035a42f3" /><Relationship Type="http://schemas.openxmlformats.org/officeDocument/2006/relationships/notesMaster" Target="/ppt/notesMasters/notesMaster1.xml" Id="R5b07af7237634c2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806ff1cd5e4440e" /><Relationship Type="http://schemas.openxmlformats.org/officeDocument/2006/relationships/notesMaster" Target="/ppt/notesMasters/notesMaster1.xml" Id="R96930c7a5cf249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자료의 목표: 배포 담당자가 마지막 체크리스트만 보고도 안전하게 새 버전을 게시할 수 있도록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project: vscode-extension/package.json, vscode-extension/CHANGELOG.md, docs/marketplace-publisher-info.md</a:t>
            </a:r>
          </a:p>
          <a:p xmlns:a="http://schemas.openxmlformats.org/drawingml/2006/main">
            <a:r>
              <a:t>- Microsoft VS Code Extension API: https://code.visualstudio.com/api/working-with-extensions/publishing-extension</a:t>
            </a:r>
          </a:p>
          <a:p xmlns:a="http://schemas.openxmlformats.org/drawingml/2006/main"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확장 식별자는 displayName이 아니라 publisher + name 조합이다.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project: vscode-extension/package.json, vscode-extension/CHANGELOG.md, docs/marketplace-publisher-info.md</a:t>
            </a:r>
          </a:p>
          <a:p xmlns:a="http://schemas.openxmlformats.org/drawingml/2006/main">
            <a:r>
              <a:t>- Microsoft VS Code Extension API: https://code.visualstudio.com/api/working-with-extensions/publishing-extension</a:t>
            </a:r>
          </a:p>
          <a:p xmlns:a="http://schemas.openxmlformats.org/drawingml/2006/main"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package.json의 files 배열을 기준으로 패키지 포함 범위를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project: vscode-extension/package.json, vscode-extension/CHANGELOG.md, docs/marketplace-publisher-info.md</a:t>
            </a:r>
          </a:p>
          <a:p xmlns:a="http://schemas.openxmlformats.org/drawingml/2006/main">
            <a:r>
              <a:t>- Microsoft VS Code Extension API: https://code.visualstudio.com/api/working-with-extensions/publishing-extension</a:t>
            </a:r>
          </a:p>
          <a:p xmlns:a="http://schemas.openxmlformats.org/drawingml/2006/main"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한 줄을 반복 배포의 기억 장치로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project: vscode-extension/package.json, vscode-extension/CHANGELOG.md, docs/marketplace-publisher-info.md</a:t>
            </a:r>
          </a:p>
          <a:p xmlns:a="http://schemas.openxmlformats.org/drawingml/2006/main">
            <a:r>
              <a:t>- Microsoft VS Code Extension API: https://code.visualstudio.com/api/working-with-extensions/publishing-extension</a:t>
            </a:r>
          </a:p>
          <a:p xmlns:a="http://schemas.openxmlformats.org/drawingml/2006/main"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npm version에 --no-git-tag-version을 사용하면 작업 중 저장소에 자동 태그를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project: vscode-extension/package.json, vscode-extension/CHANGELOG.md, docs/marketplace-publisher-info.md</a:t>
            </a:r>
          </a:p>
          <a:p xmlns:a="http://schemas.openxmlformats.org/drawingml/2006/main">
            <a:r>
              <a:t>- Microsoft VS Code Extension API: https://code.visualstudio.com/api/working-with-extensions/publishing-extension</a:t>
            </a:r>
          </a:p>
          <a:p xmlns:a="http://schemas.openxmlformats.org/drawingml/2006/main"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VSIX 파일명에 새 버전이 들어갔는지 확인한다. 비밀정보는 Marketplace 검사에서 차단될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project: vscode-extension/package.json, vscode-extension/CHANGELOG.md, docs/marketplace-publisher-info.md</a:t>
            </a:r>
          </a:p>
          <a:p xmlns:a="http://schemas.openxmlformats.org/drawingml/2006/main">
            <a:r>
              <a:t>- Microsoft VS Code Extension API: https://code.visualstudio.com/api/working-with-extensions/publishing-extension</a:t>
            </a:r>
          </a:p>
          <a:p xmlns:a="http://schemas.openxmlformats.org/drawingml/2006/main"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Extension Development Host뿐 아니라 실제 설치된 확장으로 시험해야 패키지 누락을 발견할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project: vscode-extension/package.json, vscode-extension/CHANGELOG.md, docs/marketplace-publisher-info.md</a:t>
            </a:r>
          </a:p>
          <a:p xmlns:a="http://schemas.openxmlformats.org/drawingml/2006/main">
            <a:r>
              <a:t>- Microsoft VS Code Extension API: https://code.visualstudio.com/api/working-with-extensions/publishing-extension</a:t>
            </a:r>
          </a:p>
          <a:p xmlns:a="http://schemas.openxmlformats.org/drawingml/2006/main"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Microsoft는 장기 자동화에서 Microsoft Entra ID 기반 인증을 권장한다. PAT를 문서나 저장소에 기록하지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project: vscode-extension/package.json, vscode-extension/CHANGELOG.md, docs/marketplace-publisher-info.md</a:t>
            </a:r>
          </a:p>
          <a:p xmlns:a="http://schemas.openxmlformats.org/drawingml/2006/main">
            <a:r>
              <a:t>- Microsoft VS Code Extension API: https://code.visualstudio.com/api/working-with-extensions/publishing-extension</a:t>
            </a:r>
          </a:p>
          <a:p xmlns:a="http://schemas.openxmlformats.org/drawingml/2006/main"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게시 직후 검색 반영에는 시간이 걸릴 수 있으므로 Marketplace 표시와 실제 설치를 모두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project: vscode-extension/package.json, vscode-extension/CHANGELOG.md, docs/marketplace-publisher-info.md</a:t>
            </a:r>
          </a:p>
          <a:p xmlns:a="http://schemas.openxmlformats.org/drawingml/2006/main">
            <a:r>
              <a:t>- Microsoft VS Code Extension API: https://code.visualstudio.com/api/working-with-extensions/publishing-extension</a:t>
            </a:r>
          </a:p>
          <a:p xmlns:a="http://schemas.openxmlformats.org/drawingml/2006/main"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Remove는 통계와 이름 재사용에 영향을 줄 수 있으므로 문제 해결 수단으로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project: vscode-extension/package.json, vscode-extension/CHANGELOG.md, docs/marketplace-publisher-info.md</a:t>
            </a:r>
          </a:p>
          <a:p xmlns:a="http://schemas.openxmlformats.org/drawingml/2006/main">
            <a:r>
              <a:t>- Microsoft VS Code Extension API: https://code.visualstudio.com/api/working-with-extensions/publishing-extension</a:t>
            </a:r>
          </a:p>
          <a:p xmlns:a="http://schemas.openxmlformats.org/drawingml/2006/main"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슬라이드만 열어도 반복 배포가 가능하다. 실제 게시 전에는 반드시 로컬 설치 시험을 완료한다.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project: vscode-extension/package.json, vscode-extension/CHANGELOG.md, docs/marketplace-publisher-info.md</a:t>
            </a:r>
          </a:p>
          <a:p xmlns:a="http://schemas.openxmlformats.org/drawingml/2006/main">
            <a:r>
              <a:t>- Microsoft VS Code Extension API: https://code.visualstudio.com/api/working-with-extensions/publishing-extension</a:t>
            </a:r>
          </a:p>
          <a:p xmlns:a="http://schemas.openxmlformats.org/drawingml/2006/main"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619aedbf174f9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92979e79fcf4862" /><Relationship Type="http://schemas.openxmlformats.org/officeDocument/2006/relationships/slideLayout" Target="/ppt/slideLayouts/slideLayout1.xml" Id="R9827fb32f3e14f4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27fb32f3e14f4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9b18c395b47c9" /><Relationship Type="http://schemas.openxmlformats.org/officeDocument/2006/relationships/image" Target="/ppt/media/image.png" Id="Ra186df980e8e42e3" /><Relationship Type="http://schemas.openxmlformats.org/officeDocument/2006/relationships/notesSlide" Target="/ppt/notesSlides/notesSlide1.xml" Id="R9e150caa6d3f41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78d177bb014aa2" /><Relationship Type="http://schemas.openxmlformats.org/officeDocument/2006/relationships/image" Target="/ppt/media/image2.png" Id="R2dd56321b3f349ea" /><Relationship Type="http://schemas.openxmlformats.org/officeDocument/2006/relationships/notesSlide" Target="/ppt/notesSlides/notesSlide2.xml" Id="R3d0df10c49404d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eb876ac07c44f6" /><Relationship Type="http://schemas.openxmlformats.org/officeDocument/2006/relationships/notesSlide" Target="/ppt/notesSlides/notesSlide3.xml" Id="R19a4e4934dc045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0c8f299f544aae" /><Relationship Type="http://schemas.openxmlformats.org/officeDocument/2006/relationships/notesSlide" Target="/ppt/notesSlides/notesSlide4.xml" Id="Rd05089aaf0c847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5ec15e8234184" /><Relationship Type="http://schemas.openxmlformats.org/officeDocument/2006/relationships/notesSlide" Target="/ppt/notesSlides/notesSlide5.xml" Id="R5821cd51ba4e493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c4a698a6fe4387" /><Relationship Type="http://schemas.openxmlformats.org/officeDocument/2006/relationships/notesSlide" Target="/ppt/notesSlides/notesSlide6.xml" Id="R482436b3bc2d418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e74613b53e43e0" /><Relationship Type="http://schemas.openxmlformats.org/officeDocument/2006/relationships/notesSlide" Target="/ppt/notesSlides/notesSlide7.xml" Id="R42e1f471079b41d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450e48c75147ec" /><Relationship Type="http://schemas.openxmlformats.org/officeDocument/2006/relationships/notesSlide" Target="/ppt/notesSlides/notesSlide8.xml" Id="Rdc348309bfb0490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4d6d40d6dd48b1" /><Relationship Type="http://schemas.openxmlformats.org/officeDocument/2006/relationships/notesSlide" Target="/ppt/notesSlides/notesSlide9.xml" Id="Rcbaed97e209e453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85674786c04679" /><Relationship Type="http://schemas.openxmlformats.org/officeDocument/2006/relationships/notesSlide" Target="/ppt/notesSlides/notesSlide10.xml" Id="Rb0e97579ad174fc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2ff3f3a6c946a0" /><Relationship Type="http://schemas.openxmlformats.org/officeDocument/2006/relationships/notesSlide" Target="/ppt/notesSlides/notesSlide11.xml" Id="R4839bb1e517846a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86df980e8e42e3"/>
          <a:srcRect xmlns:a="http://schemas.openxmlformats.org/drawingml/2006/main" l="15278" t="0" r="1527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29500" y="0"/>
            <a:ext cx="4762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5A9A36-0C21-4A76-83DF-4B93E98F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QUASAR UI TOOL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00FB61-9E87-4C90-982B-E6B345D6C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6381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VS Code Extension</a:t>
            </a:r>
          </a:p>
          <a:p xmlns:a="http://schemas.openxmlformats.org/drawingml/2006/main">
            <a:pPr algn="l">
              <a:defRPr sz="4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배포 가이드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BF4E6-C372-4A16-A45F-8EE014BD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05250"/>
            <a:ext cx="638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수정 → 버전 → 설치 → 포장 → 시험 → 게시 → 확인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E730D9-33D1-4E7B-9D87-2C15D72B9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48250"/>
            <a:ext cx="53340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71B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624EEA-2323-438D-B9D6-C6C616D9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48250"/>
            <a:ext cx="495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반복 배포용 · ORUM.quasar-tool-vscode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711CFB-3FE8-461A-9BD2-4064DE924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531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2026.08</a:t>
            </a:r>
          </a:p>
        </p:txBody>
      </p:sp>
    </p:spTree>
    <p:extLst>
      <p:ext uri="{BB962C8B-B14F-4D97-AF65-F5344CB8AC3E}">
        <p14:creationId xmlns:p14="http://schemas.microsoft.com/office/powerpoint/2010/main" val="4949237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4C8233-DCBA-4C68-B396-4F05A16C1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배포 전에 확장 ID 네 가지를 고정한다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08463A-A941-49BF-A57B-B7D95980F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53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F9CA6B-6F90-416C-A751-1D85AFE2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D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d56321b3f349ea"/>
          <a:stretch xmlns:a="http://schemas.openxmlformats.org/drawingml/2006/main"/>
        </p:blipFill>
        <p:spPr>
          <a:xfrm xmlns:a="http://schemas.openxmlformats.org/drawingml/2006/main">
            <a:off x="590550" y="1562100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4C1D37-FABF-40A1-B281-9706302B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46685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Publisher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5D7E63-1302-4459-AF56-F088A68B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668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ORUM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030D00-6757-4E9A-917A-4977B26D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114550"/>
            <a:ext cx="723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9266AD-AD95-4E7C-840B-DDEF7C33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38125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Name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84C36B-D9AE-4F72-9A9E-9E329F39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812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quasar-tool-vscode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B05C18-FE27-4250-8862-5CEBCBF9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28950"/>
            <a:ext cx="723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167A6C-8A77-415E-9D4E-5EA9680C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29565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Marketplace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9E9CEE-3B09-4CB9-A486-D8FFBB28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956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ORUM.quasar-tool-vscode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65E462-24DF-4CB7-B093-9F6DA383D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43350"/>
            <a:ext cx="723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D6B9B6-E86E-49CD-8CB8-9441D121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21005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현재 버전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373429-B4EC-4365-AEE3-212630C3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10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0.1.0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342E44-89D5-4649-A531-5F7229E2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857750"/>
            <a:ext cx="723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CC9F24-0B6F-4823-ACE7-483EAAA0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67250"/>
            <a:ext cx="104584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60724A-1AAE-4FA7-898A-1FB61C9A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1B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B45"/>
                </a:solidFill>
                <a:latin typeface="Arial"/>
                <a:ea typeface="Arial"/>
                <a:cs typeface="Arial"/>
              </a:rPr>
              <a:t>publisher 또는 name을 바꾸면 기존 업데이트가 아니라 다른 확장으로 인식될 수 있다.</a:t>
            </a:r>
          </a:p>
        </p:txBody>
      </p:sp>
    </p:spTree>
    <p:extLst>
      <p:ext uri="{BB962C8B-B14F-4D97-AF65-F5344CB8AC3E}">
        <p14:creationId xmlns:p14="http://schemas.microsoft.com/office/powerpoint/2010/main" val="13157350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3281FE-5FE5-4558-B97C-2FEE2339A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배포 대상은 루트 앱이 아니라 vscode-extension 폴더다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0A12FE-9137-48C2-9596-AEC07CB0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53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57D8A5-6DEB-4D09-AC17-639A1E59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D579B1-7793-4888-B1AF-9592EDB0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A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5F6B7A"/>
                </a:solidFill>
                <a:latin typeface="Consolas"/>
                <a:ea typeface="Consolas"/>
                <a:cs typeface="Consolas"/>
              </a:rPr>
              <a:t>D:\01 PROJECTSRC\codex\quasar_tool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693E92-6D7A-43D9-947F-9B780F46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quasar_tool/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7C04B5-3B49-40A3-8EF5-EF9860D2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7647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A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5F6B7A"/>
                </a:solidFill>
                <a:latin typeface="Consolas"/>
                <a:ea typeface="Consolas"/>
                <a:cs typeface="Consolas"/>
              </a:rPr>
              <a:t>   └─ src/              ← Quasar 웹 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ECFCEA-50E0-4ADE-B541-BCCF1C6A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80ED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   └─ vscode-extension/  ← 배포 시작점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23212-EDB0-4096-A347-8D07CEC6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9562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      └─ src/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40C8EB-1131-47B6-9771-3A74AC7A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052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      └─ generator/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9086CB-F1C5-4C4C-BD6D-60292DE0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1477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      └─ templates/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433830-383E-44BD-9BAE-7F8FC89B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243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      └─ media/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A314E5-43B5-4494-93D8-A187D7E99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3392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      └─ package.json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CFBEB2-4FFB-49E4-A96F-283D773E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      └─ CHANGELOG.md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62A42D-7184-4A80-9E19-F607DCDB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581150"/>
            <a:ext cx="3714750" cy="360045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DE5B5C-FF7B-4C4D-8001-4E7EAA42B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47850"/>
            <a:ext cx="3105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패키지에 포함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67DFFA-FAE7-497E-868B-C96555C0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5745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C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8B725B-D3B0-4C81-AE4F-068E5185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52675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src/**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86BDF1-9250-4910-89E0-F9468320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86075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C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5A6897-EEA9-4BC8-88FE-542ADF6D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813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generator/**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2E3A24-30E3-477D-8CEC-E3B0D605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147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C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615943-FD34-4044-A6D4-2ED49DD3C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09925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templates/**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C785D6-2ABB-483C-A730-5197313E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43325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C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764944-4598-46A8-90B7-6D0940D4F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385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media/**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75FA03-181D-4133-AD28-A923B45E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310A98-077C-442A-AF8E-408CA1B03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67175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README.md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240FA4-BB64-4346-B672-3BE826A7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00575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86C0B9-0649-4C89-98C8-35312238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958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CHANGELOG.md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40590A-BFDD-44F2-B13D-C9476606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39115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84A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84A4A"/>
                </a:solidFill>
                <a:latin typeface="Arial"/>
                <a:ea typeface="Arial"/>
                <a:cs typeface="Arial"/>
              </a:rPr>
              <a:t>루트 src/pages 수정만으로는</a:t>
            </a:r>
          </a:p>
          <a:p xmlns:a="http://schemas.openxmlformats.org/drawingml/2006/main">
            <a:pPr algn="ctr">
              <a:defRPr sz="1500" b="1">
                <a:solidFill>
                  <a:srgbClr val="D84A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84A4A"/>
                </a:solidFill>
                <a:latin typeface="Arial"/>
                <a:ea typeface="Arial"/>
                <a:cs typeface="Arial"/>
              </a:rPr>
              <a:t>확장 배포물에 자동 반영되지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7178928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6005A2-7F91-43AE-A2DF-382CBF39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반복 배포는 일곱 단계만 기억하면 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A04F66-1C77-435B-B015-62453B1C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53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4926C-DC15-4116-8B88-412AAE1C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32082D-2746-4EAD-9C4B-C12A7AE1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38450"/>
            <a:ext cx="1066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06F659-81ED-4F5F-91FA-5E881DC2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781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71B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ABAB08-6843-4ADA-8313-FFCAD280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781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50BA13-6829-4946-9803-687F5EF4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371850"/>
            <a:ext cx="1581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수정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64FF72-9C5C-4127-9C8F-1429A775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57450"/>
            <a:ext cx="781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D77468-6FDB-4353-B272-7AFAC0D0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57450"/>
            <a:ext cx="781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025F93-981C-43C1-B729-203CCCA0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371850"/>
            <a:ext cx="1581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버전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4755C6-E6ED-4D27-9570-E825F05B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457450"/>
            <a:ext cx="781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8C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D84D07-D1B9-4352-87FC-C230FA56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457450"/>
            <a:ext cx="781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AC89C8-64AB-453B-82DC-10F57DE6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371850"/>
            <a:ext cx="1581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설치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741F78-9429-43E2-ABE8-29CA6EF61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457450"/>
            <a:ext cx="781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89AB6E-F215-40C2-952E-B00D9E50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457450"/>
            <a:ext cx="781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56CC0D-186C-4379-AEE2-31EC2539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71850"/>
            <a:ext cx="1581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포장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CA9294-BD5D-4AEB-B038-40F8EB0B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57450"/>
            <a:ext cx="781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79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98B4FC-89F0-434C-BEB8-505CFCA8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57450"/>
            <a:ext cx="781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A15D51-F3AC-4309-8284-8F2B2C9F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371850"/>
            <a:ext cx="1581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시험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7AEBED-313E-4E29-8AE0-135B0305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457450"/>
            <a:ext cx="781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61FAA1-814C-4A33-860D-37CD2D82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457450"/>
            <a:ext cx="781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0E12B1-59BC-4730-AFB7-9915C475D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71850"/>
            <a:ext cx="1581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게시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8785DA-1127-4F5A-A45E-1C8BEBF46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457450"/>
            <a:ext cx="781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628B03-8926-4CD2-90C2-FAA9FEF56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457450"/>
            <a:ext cx="781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ADF3CD-0EBD-45FB-997D-9E477341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371850"/>
            <a:ext cx="1581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확인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06B42F-BC87-4F2B-A63E-1F2CF4A9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62500"/>
            <a:ext cx="9753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앞 단계가 확인되지 않으면 다음 단계로 넘어가지 않는다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EE0D80-CD77-4963-B326-3B36A78A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657850"/>
            <a:ext cx="80772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24DFF2-66A7-45AE-992E-8BEE7DA6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5785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수정 → 버전 → 설치 → 포장 → 시험 → 게시 → 확인</a:t>
            </a:r>
          </a:p>
        </p:txBody>
      </p:sp>
    </p:spTree>
    <p:extLst>
      <p:ext uri="{BB962C8B-B14F-4D97-AF65-F5344CB8AC3E}">
        <p14:creationId xmlns:p14="http://schemas.microsoft.com/office/powerpoint/2010/main" val="2218779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5C3F39-6A46-4DA9-90D1-AB8D6DD9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변경 기록을 먼저 쓰고 버전을 한 칸 올린다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8CD723-0ADE-4BFA-BFE0-DF345501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53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7BE535-793E-4788-9AA7-67FFE39C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028079-B5FB-442E-A612-1A9905EB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7048500" cy="325755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071B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7EBCFC-7CF2-4137-B4CC-013BBF4A1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7048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2A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8B10DC-77B4-42F6-B882-E02F6D5E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4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E77264-1B40-4981-82A1-D5E077040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240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9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AAE9BA-ACBC-4C16-8DEC-F8CB2388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240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D51404-6526-4B99-BF4C-C01888A25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4573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7E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7E8FF"/>
                </a:solidFill>
                <a:latin typeface="Arial"/>
                <a:ea typeface="Arial"/>
                <a:cs typeface="Arial"/>
              </a:rPr>
              <a:t>PowerShell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EAF58E-6F8C-4524-9210-11DEB0FDA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43100"/>
            <a:ext cx="651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cd "D:\01 PROJECTSRC\codex\quasar_tool\vscode-extension"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903378-FF27-423F-BC66-6497920B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43150"/>
            <a:ext cx="651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git status --short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660CC3-E622-43BC-8AE2-07AE9238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43200"/>
            <a:ext cx="651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npm pkg get version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9514DC-BB2C-4FD3-AA8F-83E68D8A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651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npm version patch --no-git-tag-version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83B705-0678-4571-9B88-5BEB0256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28750"/>
            <a:ext cx="31432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BA8BC8-667D-4B29-9447-BEB6F8C6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764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버전 선택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C6760B-416A-4B2C-809C-9D3065AD2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050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A6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A673"/>
                </a:solidFill>
                <a:latin typeface="Arial"/>
                <a:ea typeface="Arial"/>
                <a:cs typeface="Arial"/>
              </a:rPr>
              <a:t>PATCH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BB73DE-DAF7-4F12-942C-4E32A1081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257425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0.1.0 → 0.1.1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B97D13-B9C0-4273-B231-3C886B0E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336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버그 수정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E48590-C116-4C39-9D7B-3D02ABA0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908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MINOR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529E44-758D-4169-A771-2090AF9B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943225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0.1.1 → 0.2.0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BB6D92-3492-4639-AF70-652F73CD0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219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기능 추가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632C3E-55FC-412C-B37E-1A40EF8C2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6766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84A4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84A4A"/>
                </a:solidFill>
                <a:latin typeface="Arial"/>
                <a:ea typeface="Arial"/>
                <a:cs typeface="Arial"/>
              </a:rPr>
              <a:t>MAJOR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321A50-F22D-4051-9A1D-E96FE615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629025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0.2.0 → 1.0.0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EE01CB-1A16-429B-AA22-19075193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9052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호환성 변경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74BE1E-79D4-4681-B44C-762DC719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67300"/>
            <a:ext cx="107061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6B4800-4CDA-4689-B0A6-1BDA469B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67300"/>
            <a:ext cx="10210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CHANGELOG.md의 새 버전 제목과 package.json 버전이 반드시 같아야 한다.</a:t>
            </a:r>
          </a:p>
        </p:txBody>
      </p:sp>
    </p:spTree>
    <p:extLst>
      <p:ext uri="{BB962C8B-B14F-4D97-AF65-F5344CB8AC3E}">
        <p14:creationId xmlns:p14="http://schemas.microsoft.com/office/powerpoint/2010/main" val="16893420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C80134-6C74-4222-A725-A724B187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깨끗하게 설치한 뒤 새 VSIX를 만든다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82EE14-9C22-48C3-B623-70F3D007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53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8A5F3-6F7E-4C8D-83AA-E3C05330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9546A3-EFE8-43F4-AC1F-A7217DCC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7239000" cy="394335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071B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02DD8F-CAE8-44D3-BBE7-4A43FB29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72390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2A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A45791-7A29-4A09-91E0-CDB60565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4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CCC05F-AFDF-445D-A1C8-B0A32855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430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9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01F77B-0746-4B7E-AAFA-CF0D07EC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430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4C419-8140-4E58-B5B6-69C234594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476375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7E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7E8FF"/>
                </a:solidFill>
                <a:latin typeface="Arial"/>
                <a:ea typeface="Arial"/>
                <a:cs typeface="Arial"/>
              </a:rPr>
              <a:t>PowerShell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8213E4-FF93-4C81-ABC5-3B1E75790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670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npm ci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32F639-A90F-428C-BFAE-3175B845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670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npx --yes @vscode/vsce package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567AE0-0CE8-46EF-B777-8561E6DA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0"/>
            <a:ext cx="670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2192CA-3233-4391-826D-8370B938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62300"/>
            <a:ext cx="670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2D6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72D6FF"/>
                </a:solidFill>
                <a:latin typeface="Consolas"/>
                <a:ea typeface="Consolas"/>
                <a:cs typeface="Consolas"/>
              </a:rPr>
              <a:t># 생성 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2CE587-2247-469C-809F-6D4B391B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670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quasar-tool-vscode-0.1.1.vsix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CB716D-2D5E-42B1-B76E-AA543FD6A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049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패키징 성공 조건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984BD0-E054-471D-8911-1149078D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336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DF6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EDFEAA-3554-4CAB-9B16-93F54E23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336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A6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A673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0A4EB7-8973-4954-AF98-AA7AD4C79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07645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오류가 없다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B1A49E-62EC-4CA1-864B-32F4048CC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2415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DF6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3AACDA-85B3-4F62-9689-48A9248E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241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A6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A673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55DBBD-0365-48C1-8414-D4BF8139E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66700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새 버전 파일이다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46157E-580E-4F48-A4E4-F79FB58B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147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DF6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0FAA80-434B-4681-9335-43A940B5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147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A6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A673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7709FA-7D67-4ED6-B6BD-DD0871D6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5755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용량이 비정상적으로 크지 않다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4F99E8-55B2-4691-ABEB-1DACF7F04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0525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DF6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A0A43D-7C61-4595-9B24-CB9B342B5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05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A6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A673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338EB4-9620-4543-8837-0AF27650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84810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media · generator · templates 포함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AD679-FD65-4544-AEFE-A224E9B9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4958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E3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1F228E-128A-4A84-B8CB-888B82B77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4958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84A4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84A4A"/>
                </a:solidFill>
                <a:latin typeface="Arial"/>
                <a:ea typeface="Arial"/>
                <a:cs typeface="Arial"/>
              </a:rPr>
              <a:t>!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D50112-9A90-47C4-A92E-4D75929D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43865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.env · PAT · API Key 미포함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ED9AFA-6174-4911-8EB2-82343D97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340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D84A4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D84A4A"/>
                </a:solidFill>
                <a:latin typeface="Arial"/>
                <a:ea typeface="Arial"/>
                <a:cs typeface="Arial"/>
              </a:rPr>
              <a:t>기존 VSIX를 재사용하지 말고 매번 다시 만든다</a:t>
            </a:r>
          </a:p>
        </p:txBody>
      </p:sp>
    </p:spTree>
    <p:extLst>
      <p:ext uri="{BB962C8B-B14F-4D97-AF65-F5344CB8AC3E}">
        <p14:creationId xmlns:p14="http://schemas.microsoft.com/office/powerpoint/2010/main" val="7251838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2D3821-23B3-42E7-985C-0B0B03CF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게시 전에 일반 VS Code에 VSIX를 직접 설치한다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85D209-31C2-428D-A5C3-0A79614A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53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15BD8-5691-4D74-8228-DC3D2385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926DB2-52A0-488F-84A3-F6021DD9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28750"/>
            <a:ext cx="6858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71B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50624D-632D-42C5-B300-84149468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28750"/>
            <a:ext cx="68580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2A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C82EAA-C451-4EAA-B1FA-D95A09A56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4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65F5F7-8970-4D98-9359-A36037A1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621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9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8CFDC0-CCD9-4BA8-8057-D2E9A348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621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C0E1B5-B763-4581-92A4-86232990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495425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7E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7E8FF"/>
                </a:solidFill>
                <a:latin typeface="Arial"/>
                <a:ea typeface="Arial"/>
                <a:cs typeface="Arial"/>
              </a:rPr>
              <a:t>PowerShell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DF5516-85D1-4BEF-A1BF-8FCEE16F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632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code --install-extension `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F0D2C-32BC-42BA-8B13-0F18CA7E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632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  .\quasar-tool-vscode-0.1.1.vsix --force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554EB1-29A9-4CE9-B80B-C8549357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28750"/>
            <a:ext cx="36385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A70157-4A81-4C7C-8B51-A405AF25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619250"/>
            <a:ext cx="3105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1B4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B45"/>
                </a:solidFill>
                <a:latin typeface="Arial"/>
                <a:ea typeface="Arial"/>
                <a:cs typeface="Arial"/>
              </a:rPr>
              <a:t>VS Code 화면에서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F2DFE8-E3A2-4527-AE01-9A7FE3F0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383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1  Ctrl + Shift + 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70B778-4BA5-4E12-AE21-F1CBBDAE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241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2  우측 상단 …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5B3943-B8F2-472E-A5A2-2FA23BE2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098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3  Install from VSIX…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4B2A34-EA42-40BE-B4FB-5B3078A0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956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4  새 VSIX 선택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3C8335-BE4C-41E4-850C-2E44EA64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필수 기능 시험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8F7228-D148-4CC2-94D9-02E04CC50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4193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3F6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8EBB4B-B051-476F-802A-56B78201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67200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1. .src/pages/*.json 열기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F6FA4C-7A83-4B51-ADE6-7B16F399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267200"/>
            <a:ext cx="24193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3F6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CD8581-3900-4CF5-A0DD-C21BE515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267200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2. Screen 렌더링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AB8E78-87A2-47B7-A4D0-3620309EA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67200"/>
            <a:ext cx="24193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3F6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F6A187-B2AE-40BD-A933-BE9CB3BF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67200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3. Properties · Page Tree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EF1629-E9E3-400F-9FDE-67329E40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67200"/>
            <a:ext cx="24193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3F6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4B5D9C-0822-44ED-A05C-5B5245F2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67200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4. Ctrl+S 저장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5A7181-A1B0-4272-AABD-8724CD1EE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91100"/>
            <a:ext cx="24193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3F6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3C82D8-DD9C-4996-980E-E70335D6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5. Vue 생성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A5960F-F39A-4D80-9420-BB3563C8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991100"/>
            <a:ext cx="24193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3F6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474395-4C42-457B-B796-95B7D4788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991100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6. Pinia 생성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DC21F1-CE20-4FB0-81E9-E0342152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991100"/>
            <a:ext cx="24193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3F6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3E3B24-9FF6-4A4E-B96E-48E287E7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991100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7. PPT 기능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681F39-6C2A-4BCE-AA88-2ABE7FD4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991100"/>
            <a:ext cx="24193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B6D493A-DB6C-4F45-B797-8AB11981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991100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84A4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84A4A"/>
                </a:solidFill>
                <a:latin typeface="Arial"/>
                <a:ea typeface="Arial"/>
                <a:cs typeface="Arial"/>
              </a:rPr>
              <a:t>8. 개발자 콘솔 오류</a:t>
            </a:r>
          </a:p>
        </p:txBody>
      </p:sp>
    </p:spTree>
    <p:extLst>
      <p:ext uri="{BB962C8B-B14F-4D97-AF65-F5344CB8AC3E}">
        <p14:creationId xmlns:p14="http://schemas.microsoft.com/office/powerpoint/2010/main" val="21053937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54E182-CB87-44B9-BBE8-34A7813F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게시 방식은 수동 업로드와 명령 게시 중 하나를 선택한다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579956-D2A4-452F-8BE8-B622568E9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53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33758-58D7-4D61-AF2D-310D0DDD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9BEA63-867C-4637-A754-2D9AC295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5219700" cy="3848100"/>
          </a:xfrm>
          <a:prstGeom xmlns:a="http://schemas.openxmlformats.org/drawingml/2006/main" prst="roundRect">
            <a:avLst>
              <a:gd name="adj" fmla="val 297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4C3434-AD5F-42D4-854D-2ACA66E8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466850"/>
            <a:ext cx="5219700" cy="3848100"/>
          </a:xfrm>
          <a:prstGeom xmlns:a="http://schemas.openxmlformats.org/drawingml/2006/main" prst="roundRect">
            <a:avLst>
              <a:gd name="adj" fmla="val 297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14DE8C-1854-4D1B-B803-6D4A63BC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52600"/>
            <a:ext cx="4648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A. Marketplace 수동 업로드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696B66-352E-4165-A385-05614280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95550"/>
            <a:ext cx="3048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2CA394-614C-4F9B-8F63-49EF5F33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9555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95F399-8017-4701-907D-3B0378B8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28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Publisher 관리 페이지 접속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69F6B9-91B9-48A3-84B8-871A19FDA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3048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9E743E-5E29-4189-B6B6-8ED77039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1BD3B2-6888-4074-B579-9D32FC66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432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ORUM 선택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DEB457-92AE-45E3-A266-C59877666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3048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FB04FD-33E5-42D7-A54E-146B6390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5B90EA-E46F-454E-84CC-B3774FCE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575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기존 확장 선택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D3983A-8032-479C-B5CA-1ACEA800B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3048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84F250-814D-4652-A813-DAA57407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52AF16-51F8-4717-B47B-C83C0D69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719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새 VSIX 업로드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D8B2E0-98D3-4832-9963-E82C6BC2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52950"/>
            <a:ext cx="3048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AB8DA0-CA86-4BDD-95E3-263F8972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5295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3F39C5-F8E4-4A5A-A27A-52342722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862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검증 완료 확인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DD1F4F-3382-49D7-BC23-BAABFD4D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752600"/>
            <a:ext cx="4648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71B4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71B45"/>
                </a:solidFill>
                <a:latin typeface="Arial"/>
                <a:ea typeface="Arial"/>
                <a:cs typeface="Arial"/>
              </a:rPr>
              <a:t>B. vsce 명령 게시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139B1C-621A-4985-9610-30B95D2AC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57450"/>
            <a:ext cx="46482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071B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8A5C84-E729-4DE2-B719-7672FA2E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57450"/>
            <a:ext cx="46482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2A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E2D061-5075-4072-9ED9-18C62715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5908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4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52B8F2-90CA-4E63-B2D4-C170DF9D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908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9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DCBA7E-DE4A-4ED1-8D31-4AF12A4F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908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EDD2F9-2E64-4597-AF76-B403ECFC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524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7E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7E8FF"/>
                </a:solidFill>
                <a:latin typeface="Arial"/>
                <a:ea typeface="Arial"/>
                <a:cs typeface="Arial"/>
              </a:rPr>
              <a:t>PowerShell · Publisher 인증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86075D-1C7E-4874-A468-77722EA2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09900"/>
            <a:ext cx="411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npx --yes @vscode/vsce login ORUM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E18099-3F21-4914-8F6B-827F1589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409950"/>
            <a:ext cx="411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npx --yes @vscode/vsce publish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D8BEBC-6521-4BDC-BD0A-4ABD8522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626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A67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A673"/>
                </a:solidFill>
                <a:latin typeface="Arial"/>
                <a:ea typeface="Arial"/>
                <a:cs typeface="Arial"/>
              </a:rPr>
              <a:t>처음·간헐 배포에 추천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07ABF8-E5B9-4D71-B7CF-80750226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5626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반복 자동화에 적합</a:t>
            </a:r>
          </a:p>
        </p:txBody>
      </p:sp>
    </p:spTree>
    <p:extLst>
      <p:ext uri="{BB962C8B-B14F-4D97-AF65-F5344CB8AC3E}">
        <p14:creationId xmlns:p14="http://schemas.microsoft.com/office/powerpoint/2010/main" val="21267118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6EEDB6-E513-49C5-BA7A-EAD8F2EA4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게시 후 Marketplace와 새 설치 환경에서 다시 확인한다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0BA161-E895-4BD6-83B4-2CF77E1C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53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446BA3-9233-47E2-B6E9-9E644E23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BDBE40-B459-4EBF-B86C-ACD58DE6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2952750" cy="270510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B7C207-4431-400D-9A0A-2A474989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62150"/>
            <a:ext cx="952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95CB33-2A35-4B6A-9462-4F844C6E5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1962150"/>
            <a:ext cx="95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84080E-0BBD-49DA-8485-4A42E65E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Marketplace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6626AE-2477-4B81-99F7-A39FB8170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38550"/>
            <a:ext cx="2457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버전 · README · 아이콘</a:t>
            </a:r>
          </a:p>
          <a:p xmlns:a="http://schemas.openxmlformats.org/drawingml/2006/main">
            <a:pPr algn="ctr">
              <a:defRPr sz="13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게시 상태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C75C78-6B51-45FD-B0A1-F6398E34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695450"/>
            <a:ext cx="2952750" cy="270510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AA0031-A19D-4DC4-9BE1-D4DE9585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1962150"/>
            <a:ext cx="952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370DD5-71BF-4C53-9EE4-E6C4C67A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1962150"/>
            <a:ext cx="95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BE3C76-F670-4A49-9D08-265F55AA8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43250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새로 설치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7229B6-CF14-4225-A5B9-13C9D04B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638550"/>
            <a:ext cx="2457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확장 ID로 강제 설치</a:t>
            </a:r>
          </a:p>
          <a:p xmlns:a="http://schemas.openxmlformats.org/drawingml/2006/main">
            <a:pPr algn="ctr">
              <a:defRPr sz="13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일반 VS Code에서 실행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82FD6F-442F-4827-9404-20E82E58F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695450"/>
            <a:ext cx="2952750" cy="270510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DF4B67-204E-4E84-BA4F-F1225BF2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962150"/>
            <a:ext cx="952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71B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34EF38-F42C-4386-A5E7-C339C5B4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962150"/>
            <a:ext cx="95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028758-0593-4EDD-99D5-875B8E80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43250"/>
            <a:ext cx="2533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버전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3685DD-69DE-4291-AC55-0A3A3B97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38550"/>
            <a:ext cx="2457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설치 목록에서</a:t>
            </a:r>
          </a:p>
          <a:p xmlns:a="http://schemas.openxmlformats.org/drawingml/2006/main">
            <a:pPr algn="ctr">
              <a:defRPr sz="13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정확한 버전 조회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89B5CD-C6C9-4753-9862-A7C15CA35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19650"/>
            <a:ext cx="9144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71B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BAD568-9693-4A29-8DDB-6DA817EB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19650"/>
            <a:ext cx="91440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2A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492F75-4796-48BA-87E6-9CF200776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9530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4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0213BE-A717-45AC-B87A-A29952D5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530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9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67323D-860C-4528-B2F3-33F5FB26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9530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7ACEC7-797D-4ADC-8155-6F3B8B0B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86325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7E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7E8FF"/>
                </a:solidFill>
                <a:latin typeface="Arial"/>
                <a:ea typeface="Arial"/>
                <a:cs typeface="Arial"/>
              </a:rPr>
              <a:t>PowerShell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116B75-00C5-460B-8ED2-A96F6BC5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372100"/>
            <a:ext cx="8610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code --install-extension ORUM.quasar-tool-vscode --force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DFBA65-F11F-4F7E-AB63-9A7AA753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772150"/>
            <a:ext cx="8610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code --list-extensions --show-versions |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59095C-9334-48F1-B1BB-3494D240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172200"/>
            <a:ext cx="8610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  Select-String "ORUM.quasar-tool-vscode"</a:t>
            </a:r>
          </a:p>
        </p:txBody>
      </p:sp>
    </p:spTree>
    <p:extLst>
      <p:ext uri="{BB962C8B-B14F-4D97-AF65-F5344CB8AC3E}">
        <p14:creationId xmlns:p14="http://schemas.microsoft.com/office/powerpoint/2010/main" val="6867280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9474D0C-F0A9-4253-BE7D-D2693747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오류 메시지는 원인별로 바로 대응한다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6D19C3-4A92-4381-BBE3-E711FA95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53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8C41DA-BD87-4E25-BFF9-09568495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204FF6-3E30-41EB-A1A0-39170B9C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메시지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2DD318-F810-4FC4-857E-E2CCF9F5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3906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주요 원인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4D7DFD-228C-4F28-AAA3-985BCD83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3906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바로 할 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67A270-D664-4A39-A22E-3D7AA4D67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1104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A083AE-08B2-45D9-8CC6-B02B0498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4A4A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D84A4A"/>
                </a:solidFill>
                <a:latin typeface="Consolas"/>
                <a:ea typeface="Consolas"/>
                <a:cs typeface="Consolas"/>
              </a:rPr>
              <a:t>Version already exists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E200D1-94CC-4A73-B4DC-9E2F43AA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84785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버전 미증가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A53B16-1A79-4B44-9EF5-EF491F7C8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847850"/>
            <a:ext cx="419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patch 버전 올리고 다시 패키징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FEBEE2-40EA-47CB-9730-265AB920A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95550"/>
            <a:ext cx="1104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66B3E0-92D5-45A4-939C-9F17B00A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4A4A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D84A4A"/>
                </a:solidFill>
                <a:latin typeface="Consolas"/>
                <a:ea typeface="Consolas"/>
                <a:cs typeface="Consolas"/>
              </a:rPr>
              <a:t>401 / 403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6F8FEB-D2E6-47D2-845D-D3F8B314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49555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인증·권한 오류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87712E-89C1-4101-8036-66504E2D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495550"/>
            <a:ext cx="419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ORUM 권한과 토큰 범위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E6CC6C-6E70-464F-8D47-3A8F62EF0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43250"/>
            <a:ext cx="1104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80F150-37CA-42FC-A07B-CD81D837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수정사항이 안 보임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1966E4-35F7-4F07-A0AC-67AEC164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14325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예전 VSIX 업로드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DADBCF-DED4-4DB3-B95E-91B1E1D0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43250"/>
            <a:ext cx="419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새 버전 VSIX를 다시 생성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4B423C-2722-4841-9D42-482ED744A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90950"/>
            <a:ext cx="1104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3894C7-CDD5-4CAC-B77C-0969FFA0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909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extension already exists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0CFA04-8AD5-4C39-A7E0-5E96BFD9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79095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ID 불일치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0D7961-2C88-4E4A-9CF4-CC35A745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790950"/>
            <a:ext cx="419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publisher와 name 원복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B95F12-F821-4369-A341-9AA28B80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104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91B3AD-B646-4854-B56D-F0AA85F03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패키지가 너무 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493F6F-A95D-47BE-A6CE-DDA63BF9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43865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불필요 파일 포함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32D82C-5517-44CD-92C3-4A3323BC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419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F80ED"/>
                </a:solidFill>
                <a:latin typeface="Arial"/>
                <a:ea typeface="Arial"/>
                <a:cs typeface="Arial"/>
              </a:rPr>
              <a:t>files와 의존성 목록 점검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B10271-7620-4F5B-8903-B936D0931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86350"/>
            <a:ext cx="1104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3FC38F-B539-41BF-9556-29180FE71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863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이미지 오류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51BFA4-FF82-4BB4-B608-169202B7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08635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형식·URL 문제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084D2B-529E-4A7B-A033-A01A1710E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086350"/>
            <a:ext cx="419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F80ED"/>
                </a:solidFill>
                <a:latin typeface="Arial"/>
                <a:ea typeface="Arial"/>
                <a:cs typeface="Arial"/>
              </a:rPr>
              <a:t>PNG 아이콘과 HTTPS 이미지 사용</a:t>
            </a:r>
          </a:p>
        </p:txBody>
      </p:sp>
    </p:spTree>
    <p:extLst>
      <p:ext uri="{BB962C8B-B14F-4D97-AF65-F5344CB8AC3E}">
        <p14:creationId xmlns:p14="http://schemas.microsoft.com/office/powerpoint/2010/main" val="32125402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B4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8F7720-C56E-4DF1-B102-3D269E71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"/>
            <a:ext cx="8858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한 장으로 끝내는 반복 배포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0AD6E7-F99F-4D64-AE87-AD28560C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38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18C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8C8FF"/>
                </a:solidFill>
                <a:latin typeface="Arial"/>
                <a:ea typeface="Arial"/>
                <a:cs typeface="Arial"/>
              </a:rPr>
              <a:t>SAVE THIS SLIDE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46A0A7-2B91-4BAF-8F46-B9AABD76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8250"/>
            <a:ext cx="476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463DFC-AB15-44CE-9720-199F0C32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82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22ACDB-A1FA-45BF-9DDD-7E3ADEE4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181100"/>
            <a:ext cx="1036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4F8FF"/>
                </a:solidFill>
                <a:latin typeface="Consolas"/>
                <a:ea typeface="Consolas"/>
                <a:cs typeface="Consolas"/>
              </a:rPr>
              <a:t>cd "D:\01 PROJECTSRC\codex\quasar_tool\vscode-extension"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4CB6F-CAE1-4663-AD6A-AC1C4C81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24050"/>
            <a:ext cx="476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548676-2238-4E21-810C-BBB2949D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240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00F742-0ED9-4987-88AF-88E09B7B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66900"/>
            <a:ext cx="1036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4F8FF"/>
                </a:solidFill>
                <a:latin typeface="Consolas"/>
                <a:ea typeface="Consolas"/>
                <a:cs typeface="Consolas"/>
              </a:rPr>
              <a:t>npm version patch --no-git-tag-version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E34458-B0B2-4FD5-B2A1-26126DA7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09850"/>
            <a:ext cx="476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A24411-FB54-4E3D-8FB0-1F3E1998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098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602FE1-C4D3-4771-8D1C-D38165C9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52700"/>
            <a:ext cx="1036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4F8FF"/>
                </a:solidFill>
                <a:latin typeface="Consolas"/>
                <a:ea typeface="Consolas"/>
                <a:cs typeface="Consolas"/>
              </a:rPr>
              <a:t>npm ci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470040-F418-4E88-9B3D-285502DF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76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C97381-1B41-40F5-B7AD-9893CAC2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22E822-2208-484F-A397-66F452ED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38500"/>
            <a:ext cx="1036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4F8FF"/>
                </a:solidFill>
                <a:latin typeface="Consolas"/>
                <a:ea typeface="Consolas"/>
                <a:cs typeface="Consolas"/>
              </a:rPr>
              <a:t>npx --yes @vscode/vsce package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003EF5-9A07-4E5C-A0F3-578955D2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81450"/>
            <a:ext cx="476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441CA5-4881-48E5-900C-98608BBC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814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076C27-3D4C-45B5-8B70-4F9ED06C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24300"/>
            <a:ext cx="1036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4F8FF"/>
                </a:solidFill>
                <a:latin typeface="Consolas"/>
                <a:ea typeface="Consolas"/>
                <a:cs typeface="Consolas"/>
              </a:rPr>
              <a:t>code --install-extension .\quasar-tool-vscode-새버전.vsix --force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8780ED-733F-4658-8ACE-FC7A0F43A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67250"/>
            <a:ext cx="476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5167D8-585C-402B-ABCE-FDF2D742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672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EAFD04-0CA5-4877-92F0-4D23F8C89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10100"/>
            <a:ext cx="1036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4F8FF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F4F8FF"/>
                </a:solidFill>
                <a:latin typeface="Consolas"/>
                <a:ea typeface="Consolas"/>
                <a:cs typeface="Consolas"/>
              </a:rPr>
              <a:t>npx --yes @vscode/vsce publish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2459A2-8DFF-48BF-9DEB-495BF09D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0"/>
            <a:ext cx="110871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B2A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268168-9461-4DE1-807D-CF6EB2DCB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10591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C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C8FF"/>
                </a:solidFill>
                <a:latin typeface="Arial"/>
                <a:ea typeface="Arial"/>
                <a:cs typeface="Arial"/>
              </a:rPr>
              <a:t>CHANGELOG = package.json 버전 = VSIX 파일명 = Marketplace 게시 버전</a:t>
            </a:r>
          </a:p>
        </p:txBody>
      </p:sp>
    </p:spTree>
    <p:extLst>
      <p:ext uri="{BB962C8B-B14F-4D97-AF65-F5344CB8AC3E}">
        <p14:creationId xmlns:p14="http://schemas.microsoft.com/office/powerpoint/2010/main" val="7972964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2026-08-01T00:43:17.4670000Z</dcterms:created>
  <dcterms:modified xsi:type="dcterms:W3CDTF">2026-08-01T00:43:17.4670000Z</dcterms:modified>
</coreProperties>
</file>