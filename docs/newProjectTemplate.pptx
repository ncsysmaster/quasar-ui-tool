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C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1" autoAdjust="0"/>
    <p:restoredTop sz="94660"/>
  </p:normalViewPr>
  <p:slideViewPr>
    <p:cSldViewPr snapToGrid="0">
      <p:cViewPr varScale="1">
        <p:scale>
          <a:sx n="72" d="100"/>
          <a:sy n="72" d="100"/>
        </p:scale>
        <p:origin x="78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4A663B-717B-A71A-0742-0C67FB2C0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3CE3F6-5F65-329B-1447-86741621E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CBD765-B669-CC0E-E36A-7E1F2528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06B968-9213-57E7-EBF4-775F47D90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D6E2EC-8D7A-8C4E-D588-99F94F218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0290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D577BF-22A1-B832-5D6A-BFB952B51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F2E40A-9D73-ACAF-B5DA-28FA290A4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B62722-89ED-2A2D-8F6E-C6497FE2F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BB5C9A-4360-C2D5-58F0-776FB44D0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32DD07-BAFC-060D-B07A-B38D89B3D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314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D0A95-F860-F13A-7D70-405E542F5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258CA6-1BD2-E840-9ADA-9274C1769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609F81-7D2E-921A-883D-74D7559B8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E71CA-8123-B13C-A859-06305F0E2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856833-B419-FDFC-5301-F192F11CF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684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2082CF-0457-19F3-DEA1-8A1C9C49B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0B0008-856B-776E-9BCD-E3E60941E4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62F66BC-2086-0B2F-8E91-C304059529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731CA4-964A-48AE-14E0-C17B85AFD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76B81C-1C8A-7DEB-0EA6-6CAA0A6E5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6DA33A-3E66-D328-2E4F-CCF087879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9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2A135-FDBB-A234-1A8C-7EF0823A4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B23CE5-2EB2-69E6-E55E-57A6066C35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B299E6-8516-B27F-02D8-28ED22DE7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E5FA03C-A1AA-A810-6E00-2982D29FC4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EF9F277-C409-E72F-9DE3-24E1DA2F66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3DF9351-BBA6-C150-54D9-3D2C14315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2783571-98DB-FA1C-CE22-BBAFDAE10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AF793B-AB1F-3450-4052-113027D51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406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E13D3A-63DC-EBCA-580A-9548C1922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FEC3C-2FDF-0EA7-CE98-ADB797323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A78CA8A-D1F3-06F6-412A-61ED0F15A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B4A86C6-D789-E98D-E77D-E1E776865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6455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C5890D4-0A36-116D-426B-524E0D9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AFC752-ADB1-E479-224B-4F3792641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734C25-510C-066C-93AD-B8605AD8D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5079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EAC75F-3B2A-2264-BE0D-4A858C7AF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B6828C-5988-11D4-18E9-37AE068D0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CCEABC7-2E95-67A9-806D-A5E2B1AA26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8A2214-781C-AFC6-01B1-4C4E6DBC9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33C9D4-549E-BFD4-EBD9-24F89378E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26FD28-ABBD-4D4E-5922-7E546B286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562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60E04D-C576-C868-C2C3-A4DF4C9D2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BE945CE-A3FA-DF44-2642-ABAB472DB9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304C7B-12E9-60C5-114B-D7C8502A0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8E48593-7F63-4BA0-CFAA-855EE5A5B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6A5BB1-1957-E830-E964-813419E59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216D9E-A97C-098D-89DA-8B707B1E9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70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F9203F-19DF-D589-AA51-283EE0131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E0D875-FED4-48A9-5F0A-1B6D271B5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888100-3BE0-D721-B96C-2096D5BAF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7BBF2A-6CA3-BDC4-1943-CDAF81EEA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2651F-75E1-8F80-7F1D-9CE766D49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9355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3997D78-8EAF-DE3C-7A39-CA1E17769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E70746-E991-7BFB-F753-B44BD31DC3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88CC18-D851-5537-FDF7-69248642B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00A606-809F-A1A1-1899-C87C173F0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194A3C-23C9-C7AF-3975-9BFA719AD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451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87690DB-E7B1-FB78-FB53-F5CEB8D43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B5B43-2257-6063-417E-1F42AD2BB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BC8631-5151-A8C6-E671-7B92B985DE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D106FE-BFE6-48E6-B721-07424DC8F59A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42B0BC-E1ED-A108-3CE9-9EEBE80EA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709FD-E7A9-C6C4-9B72-8B7415939D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9B623A-F2EA-45B1-BBB7-A296E1EED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6344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F7E538-B935-80C4-E90F-DA6C3F967CCC}"/>
              </a:ext>
            </a:extLst>
          </p:cNvPr>
          <p:cNvSpPr/>
          <p:nvPr/>
        </p:nvSpPr>
        <p:spPr>
          <a:xfrm>
            <a:off x="463138" y="391886"/>
            <a:ext cx="11150930" cy="52251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B7AC80-FD1F-3B89-68C9-3E74194D0415}"/>
              </a:ext>
            </a:extLst>
          </p:cNvPr>
          <p:cNvSpPr txBox="1"/>
          <p:nvPr/>
        </p:nvSpPr>
        <p:spPr>
          <a:xfrm>
            <a:off x="676895" y="468477"/>
            <a:ext cx="209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bg1">
                    <a:lumMod val="95000"/>
                  </a:schemeClr>
                </a:solidFill>
              </a:rPr>
              <a:t>Quasar UI Builder</a:t>
            </a:r>
            <a:endParaRPr lang="ko-KR" altLang="en-US">
              <a:solidFill>
                <a:schemeClr val="bg1">
                  <a:lumMod val="95000"/>
                </a:schemeClr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5DA4F2B-D212-4678-0421-A74B3AADB266}"/>
              </a:ext>
            </a:extLst>
          </p:cNvPr>
          <p:cNvGrpSpPr/>
          <p:nvPr/>
        </p:nvGrpSpPr>
        <p:grpSpPr>
          <a:xfrm>
            <a:off x="2824353" y="560118"/>
            <a:ext cx="312709" cy="186050"/>
            <a:chOff x="2929255" y="527852"/>
            <a:chExt cx="312709" cy="186050"/>
          </a:xfrm>
        </p:grpSpPr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FAE0F225-E79D-C891-C62C-C0C74F8129C9}"/>
                </a:ext>
              </a:extLst>
            </p:cNvPr>
            <p:cNvCxnSpPr/>
            <p:nvPr/>
          </p:nvCxnSpPr>
          <p:spPr>
            <a:xfrm>
              <a:off x="2933205" y="527852"/>
              <a:ext cx="308759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63AC8A7E-F982-641E-613F-CBD51648BE51}"/>
                </a:ext>
              </a:extLst>
            </p:cNvPr>
            <p:cNvCxnSpPr/>
            <p:nvPr/>
          </p:nvCxnSpPr>
          <p:spPr>
            <a:xfrm>
              <a:off x="2931230" y="620877"/>
              <a:ext cx="308759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BDA52A8E-0C19-B45E-A56A-87997C248771}"/>
                </a:ext>
              </a:extLst>
            </p:cNvPr>
            <p:cNvCxnSpPr/>
            <p:nvPr/>
          </p:nvCxnSpPr>
          <p:spPr>
            <a:xfrm>
              <a:off x="2929255" y="713902"/>
              <a:ext cx="308759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9FA7E76-A598-C687-2483-7AF6B602F4D5}"/>
              </a:ext>
            </a:extLst>
          </p:cNvPr>
          <p:cNvSpPr txBox="1"/>
          <p:nvPr/>
        </p:nvSpPr>
        <p:spPr>
          <a:xfrm>
            <a:off x="6377058" y="468477"/>
            <a:ext cx="11815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UI</a:t>
            </a:r>
            <a:r>
              <a:rPr lang="ko-KR" altLang="en-US" sz="1600" b="1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TOOL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8EDA1A-A3B6-E5C6-4300-3658D35D9746}"/>
              </a:ext>
            </a:extLst>
          </p:cNvPr>
          <p:cNvSpPr txBox="1"/>
          <p:nvPr/>
        </p:nvSpPr>
        <p:spPr>
          <a:xfrm>
            <a:off x="7760529" y="468477"/>
            <a:ext cx="1297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Dev Guide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28971-1AC6-FCA8-748E-FA26317DD4EB}"/>
              </a:ext>
            </a:extLst>
          </p:cNvPr>
          <p:cNvSpPr txBox="1"/>
          <p:nvPr/>
        </p:nvSpPr>
        <p:spPr>
          <a:xfrm>
            <a:off x="9057909" y="468477"/>
            <a:ext cx="1297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Example</a:t>
            </a: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D13263BC-AEEA-3749-17B1-44FD22B65B28}"/>
              </a:ext>
            </a:extLst>
          </p:cNvPr>
          <p:cNvSpPr/>
          <p:nvPr/>
        </p:nvSpPr>
        <p:spPr>
          <a:xfrm rot="10800000">
            <a:off x="7362703" y="591241"/>
            <a:ext cx="136570" cy="93025"/>
          </a:xfrm>
          <a:prstGeom prst="triangle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B32826CF-54E5-44C2-FDF4-A5EBEFCF8034}"/>
              </a:ext>
            </a:extLst>
          </p:cNvPr>
          <p:cNvSpPr/>
          <p:nvPr/>
        </p:nvSpPr>
        <p:spPr>
          <a:xfrm rot="10800000">
            <a:off x="10058402" y="591241"/>
            <a:ext cx="136570" cy="93025"/>
          </a:xfrm>
          <a:prstGeom prst="triangle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E57247-490E-71C3-D0B4-3A0DED9BB556}"/>
              </a:ext>
            </a:extLst>
          </p:cNvPr>
          <p:cNvSpPr txBox="1"/>
          <p:nvPr/>
        </p:nvSpPr>
        <p:spPr>
          <a:xfrm>
            <a:off x="10548766" y="483866"/>
            <a:ext cx="1239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License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15153-5CC8-A9BD-3C26-6FC0118A8793}"/>
              </a:ext>
            </a:extLst>
          </p:cNvPr>
          <p:cNvSpPr txBox="1"/>
          <p:nvPr/>
        </p:nvSpPr>
        <p:spPr>
          <a:xfrm>
            <a:off x="2808520" y="1161313"/>
            <a:ext cx="73864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2000" b="1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egoe WPC"/>
              </a:rPr>
              <a:t>Quasar UI Tool</a:t>
            </a:r>
            <a:endParaRPr lang="en-US" altLang="ko-KR" sz="20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Segoe WPC"/>
            </a:endParaRPr>
          </a:p>
          <a:p>
            <a:pPr algn="l"/>
            <a:r>
              <a:rPr lang="en-US" altLang="ko-KR" sz="20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egoe WPC"/>
              </a:rPr>
              <a:t>Quasar UI TOOL</a:t>
            </a:r>
          </a:p>
          <a:p>
            <a:pPr algn="l"/>
            <a:r>
              <a:rPr lang="en-US" altLang="ko-KR" sz="20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egoe WPC"/>
              </a:rPr>
              <a:t>VS Code editor integration for Quasar UI page JSON files.</a:t>
            </a:r>
          </a:p>
          <a:p>
            <a:endParaRPr lang="ko-KR" altLang="en-US" sz="20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2A7F30-5D49-805B-ACD2-D242A1AB5DFF}"/>
              </a:ext>
            </a:extLst>
          </p:cNvPr>
          <p:cNvSpPr txBox="1"/>
          <p:nvPr/>
        </p:nvSpPr>
        <p:spPr>
          <a:xfrm>
            <a:off x="969399" y="2924102"/>
            <a:ext cx="7386452" cy="38828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R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sz="1400" b="0" i="0" u="none" strike="noStrike" cap="none" normalizeH="0" baseline="0">
                <a:ln>
                  <a:noFill/>
                </a:ln>
                <a:solidFill>
                  <a:srgbClr val="BBBEBF"/>
                </a:solidFill>
                <a:effectLst/>
                <a:latin typeface="Arial" panose="020B0604020202020204" pitchFamily="34" charset="0"/>
                <a:ea typeface="Segoe WPC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Arial" panose="020B0604020202020204" pitchFamily="34" charset="0"/>
              </a:defRPr>
            </a:lvl9pPr>
          </a:lstStyle>
          <a:p>
            <a:r>
              <a:rPr lang="fr-FR" altLang="ko-KR" sz="2000">
                <a:solidFill>
                  <a:schemeClr val="tx1">
                    <a:lumMod val="65000"/>
                    <a:lumOff val="35000"/>
                  </a:schemeClr>
                </a:solidFill>
              </a:rPr>
              <a:t>Quasar UI Tool VS Code Extension</a:t>
            </a:r>
          </a:p>
          <a:p>
            <a:endParaRPr lang="ko-KR" altLang="en-US" sz="20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" name="Rectangle 5">
            <a:extLst>
              <a:ext uri="{FF2B5EF4-FFF2-40B4-BE49-F238E27FC236}">
                <a16:creationId xmlns:a16="http://schemas.microsoft.com/office/drawing/2014/main" id="{629DB3EB-D0FE-F749-D19E-62F300F23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9399" y="3086209"/>
            <a:ext cx="10394581" cy="43993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no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This extension opens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 Unicode MS"/>
                <a:ea typeface="SF Mono"/>
              </a:rPr>
              <a:t>.src/pages/*.json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ea typeface="Segoe WPC"/>
              </a:rPr>
              <a:t>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files with a visual editor inside VS Code and provides a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 Unicode MS"/>
                <a:ea typeface="SF Mono"/>
              </a:rPr>
              <a:t>Quasar Tool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ea typeface="Segoe WPC"/>
              </a:rPr>
              <a:t>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Activity Bar container.</a:t>
            </a: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ko-KR" altLang="ko-KR" sz="3600" b="0" i="0" u="none" strike="noStrike" cap="none" normalizeH="0" baseline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C86A1CF5-EDE4-F2A5-622C-089B7C2D4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518" y="3715287"/>
            <a:ext cx="10567549" cy="2489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0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Run In Development</a:t>
            </a:r>
            <a:endParaRPr kumimoji="0" lang="en-US" altLang="ko-KR" sz="2000" b="0" i="0" u="none" strike="noStrike" cap="none" normalizeH="0" baseline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Segoe WPC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2000" b="0" i="0" u="none" strike="noStrike" cap="none" normalizeH="0" baseline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Segoe WPC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Open this repository in VS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Run the 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Arial Unicode MS"/>
                <a:ea typeface="SF Mono"/>
              </a:rPr>
              <a:t>Run Quasar UI Tool Extension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ea typeface="Segoe WPC"/>
              </a:rPr>
              <a:t>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launch configuration.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In the Extension Development Host, open 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Arial Unicode MS"/>
                <a:ea typeface="SF Mono"/>
              </a:rPr>
              <a:t>.src/pages/IndexPage.json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ea typeface="Segoe WPC"/>
              </a:rPr>
              <a:t>.</a:t>
            </a:r>
            <a:endParaRPr kumimoji="0" lang="ko-KR" altLang="ko-KR" sz="1400" b="0" i="0" u="none" strike="noStrike" cap="none" normalizeH="0" baseline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Segoe WPC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Choose 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Arial Unicode MS"/>
                <a:ea typeface="SF Mono"/>
              </a:rPr>
              <a:t>Open With...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ea typeface="Segoe WPC"/>
              </a:rPr>
              <a:t>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-&gt; 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Arial Unicode MS"/>
                <a:ea typeface="SF Mono"/>
              </a:rPr>
              <a:t>Quasar UI Tool Editor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ea typeface="Segoe WPC"/>
              </a:rPr>
              <a:t>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if the visual editor is not selected 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Open the 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Arial Unicode MS"/>
                <a:ea typeface="SF Mono"/>
              </a:rPr>
              <a:t>Quasar Tool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ea typeface="Segoe WPC"/>
              </a:rPr>
              <a:t> </a:t>
            </a:r>
            <a:r>
              <a:rPr kumimoji="0" lang="ko-KR" altLang="ko-KR" sz="1400" b="0" i="0" u="none" strike="noStrike" cap="none" normalizeH="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Segoe WPC"/>
              </a:rPr>
              <a:t>Activity Bar item to use Component Palette, Properties, Page Tree, and DataSet views.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3600" b="0" i="0" u="none" strike="noStrike" cap="none" normalizeH="0" baseline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A17C160-B85B-DB60-77FB-D7D107CDF2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84" y="1014068"/>
            <a:ext cx="1696278" cy="169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76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F7E538-B935-80C4-E90F-DA6C3F967CCC}"/>
              </a:ext>
            </a:extLst>
          </p:cNvPr>
          <p:cNvSpPr/>
          <p:nvPr/>
        </p:nvSpPr>
        <p:spPr>
          <a:xfrm>
            <a:off x="463138" y="391886"/>
            <a:ext cx="11150930" cy="52251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B7AC80-FD1F-3B89-68C9-3E74194D0415}"/>
              </a:ext>
            </a:extLst>
          </p:cNvPr>
          <p:cNvSpPr txBox="1"/>
          <p:nvPr/>
        </p:nvSpPr>
        <p:spPr>
          <a:xfrm>
            <a:off x="676895" y="468477"/>
            <a:ext cx="209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bg1">
                    <a:lumMod val="95000"/>
                  </a:schemeClr>
                </a:solidFill>
              </a:rPr>
              <a:t>Quasar UI Builder</a:t>
            </a:r>
            <a:endParaRPr lang="ko-KR" altLang="en-US">
              <a:solidFill>
                <a:schemeClr val="bg1">
                  <a:lumMod val="95000"/>
                </a:schemeClr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5DA4F2B-D212-4678-0421-A74B3AADB266}"/>
              </a:ext>
            </a:extLst>
          </p:cNvPr>
          <p:cNvGrpSpPr/>
          <p:nvPr/>
        </p:nvGrpSpPr>
        <p:grpSpPr>
          <a:xfrm>
            <a:off x="2824353" y="560118"/>
            <a:ext cx="312709" cy="186050"/>
            <a:chOff x="2929255" y="527852"/>
            <a:chExt cx="312709" cy="186050"/>
          </a:xfrm>
        </p:grpSpPr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FAE0F225-E79D-C891-C62C-C0C74F8129C9}"/>
                </a:ext>
              </a:extLst>
            </p:cNvPr>
            <p:cNvCxnSpPr/>
            <p:nvPr/>
          </p:nvCxnSpPr>
          <p:spPr>
            <a:xfrm>
              <a:off x="2933205" y="527852"/>
              <a:ext cx="308759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63AC8A7E-F982-641E-613F-CBD51648BE51}"/>
                </a:ext>
              </a:extLst>
            </p:cNvPr>
            <p:cNvCxnSpPr/>
            <p:nvPr/>
          </p:nvCxnSpPr>
          <p:spPr>
            <a:xfrm>
              <a:off x="2931230" y="620877"/>
              <a:ext cx="308759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BDA52A8E-0C19-B45E-A56A-87997C248771}"/>
                </a:ext>
              </a:extLst>
            </p:cNvPr>
            <p:cNvCxnSpPr/>
            <p:nvPr/>
          </p:nvCxnSpPr>
          <p:spPr>
            <a:xfrm>
              <a:off x="2929255" y="713902"/>
              <a:ext cx="308759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9FA7E76-A598-C687-2483-7AF6B602F4D5}"/>
              </a:ext>
            </a:extLst>
          </p:cNvPr>
          <p:cNvSpPr txBox="1"/>
          <p:nvPr/>
        </p:nvSpPr>
        <p:spPr>
          <a:xfrm>
            <a:off x="6377058" y="468477"/>
            <a:ext cx="11815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UI</a:t>
            </a:r>
            <a:r>
              <a:rPr lang="ko-KR" altLang="en-US" sz="1600" b="1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TOOL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8EDA1A-A3B6-E5C6-4300-3658D35D9746}"/>
              </a:ext>
            </a:extLst>
          </p:cNvPr>
          <p:cNvSpPr txBox="1"/>
          <p:nvPr/>
        </p:nvSpPr>
        <p:spPr>
          <a:xfrm>
            <a:off x="7760529" y="468477"/>
            <a:ext cx="1297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Dev Guide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28971-1AC6-FCA8-748E-FA26317DD4EB}"/>
              </a:ext>
            </a:extLst>
          </p:cNvPr>
          <p:cNvSpPr txBox="1"/>
          <p:nvPr/>
        </p:nvSpPr>
        <p:spPr>
          <a:xfrm>
            <a:off x="9057909" y="468477"/>
            <a:ext cx="1297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Example</a:t>
            </a: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D13263BC-AEEA-3749-17B1-44FD22B65B28}"/>
              </a:ext>
            </a:extLst>
          </p:cNvPr>
          <p:cNvSpPr/>
          <p:nvPr/>
        </p:nvSpPr>
        <p:spPr>
          <a:xfrm rot="10800000">
            <a:off x="7362703" y="591241"/>
            <a:ext cx="136570" cy="93025"/>
          </a:xfrm>
          <a:prstGeom prst="triangle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B32826CF-54E5-44C2-FDF4-A5EBEFCF8034}"/>
              </a:ext>
            </a:extLst>
          </p:cNvPr>
          <p:cNvSpPr/>
          <p:nvPr/>
        </p:nvSpPr>
        <p:spPr>
          <a:xfrm rot="10800000">
            <a:off x="10058402" y="591241"/>
            <a:ext cx="136570" cy="93025"/>
          </a:xfrm>
          <a:prstGeom prst="triangle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E57247-490E-71C3-D0B4-3A0DED9BB556}"/>
              </a:ext>
            </a:extLst>
          </p:cNvPr>
          <p:cNvSpPr txBox="1"/>
          <p:nvPr/>
        </p:nvSpPr>
        <p:spPr>
          <a:xfrm>
            <a:off x="10548766" y="483866"/>
            <a:ext cx="1239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1">
                    <a:lumMod val="95000"/>
                  </a:schemeClr>
                </a:solidFill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3490806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3492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142</Words>
  <Application>Microsoft Office PowerPoint</Application>
  <PresentationFormat>와이드스크린</PresentationFormat>
  <Paragraphs>22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Arial Unicode MS</vt:lpstr>
      <vt:lpstr>Segoe WPC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6</cp:revision>
  <dcterms:created xsi:type="dcterms:W3CDTF">2026-07-27T07:57:13Z</dcterms:created>
  <dcterms:modified xsi:type="dcterms:W3CDTF">2026-07-28T00:43:07Z</dcterms:modified>
</cp:coreProperties>
</file>