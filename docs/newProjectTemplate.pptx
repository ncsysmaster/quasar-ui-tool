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C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72" d="100"/>
          <a:sy n="72" d="100"/>
        </p:scale>
        <p:origin x="78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4A663B-717B-A71A-0742-0C67FB2C0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3CE3F6-5F65-329B-1447-86741621E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BD765-B669-CC0E-E36A-7E1F2528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106FE-BFE6-48E6-B721-07424DC8F59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6B968-9213-57E7-EBF4-775F47D90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D6E2EC-8D7A-8C4E-D588-99F94F21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B623A-F2EA-45B1-BBB7-A296E1EED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290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577BF-22A1-B832-5D6A-BFB952B5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F2E40A-9D73-ACAF-B5DA-28FA290A4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B62722-89ED-2A2D-8F6E-C6497FE2F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106FE-BFE6-48E6-B721-07424DC8F59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BB5C9A-4360-C2D5-58F0-776FB44D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32DD07-BAFC-060D-B07A-B38D89B3D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B623A-F2EA-45B1-BBB7-A296E1EED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31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D0A95-F860-F13A-7D70-405E542F5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258CA6-1BD2-E840-9ADA-9274C1769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609F81-7D2E-921A-883D-74D7559B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106FE-BFE6-48E6-B721-07424DC8F59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E71CA-8123-B13C-A859-06305F0E2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856833-B419-FDFC-5301-F192F11C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B623A-F2EA-45B1-BBB7-A296E1EED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684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082CF-0457-19F3-DEA1-8A1C9C49B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0B0008-856B-776E-9BCD-E3E60941E4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2F66BC-2086-0B2F-8E91-C30405952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731CA4-964A-48AE-14E0-C17B85AFD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106FE-BFE6-48E6-B721-07424DC8F59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76B81C-1C8A-7DEB-0EA6-6CAA0A6E5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6DA33A-3E66-D328-2E4F-CCF08787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B623A-F2EA-45B1-BBB7-A296E1EED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2A135-FDBB-A234-1A8C-7EF0823A4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B23CE5-2EB2-69E6-E55E-57A6066C3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B299E6-8516-B27F-02D8-28ED22DE7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E5FA03C-A1AA-A810-6E00-2982D29FC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F9F277-C409-E72F-9DE3-24E1DA2F6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DF9351-BBA6-C150-54D9-3D2C1431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106FE-BFE6-48E6-B721-07424DC8F59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783571-98DB-FA1C-CE22-BBAFDAE10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AF793B-AB1F-3450-4052-113027D5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B623A-F2EA-45B1-BBB7-A296E1EED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06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13D3A-63DC-EBCA-580A-9548C192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5FEC3C-2FDF-0EA7-CE98-ADB797323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106FE-BFE6-48E6-B721-07424DC8F59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78CA8A-D1F3-06F6-412A-61ED0F15A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4A86C6-D789-E98D-E77D-E1E77686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B623A-F2EA-45B1-BBB7-A296E1EED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455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5890D4-0A36-116D-426B-524E0D953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106FE-BFE6-48E6-B721-07424DC8F59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AFC752-ADB1-E479-224B-4F3792641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734C25-510C-066C-93AD-B8605AD8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B623A-F2EA-45B1-BBB7-A296E1EED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07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AC75F-3B2A-2264-BE0D-4A858C7AF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6828C-5988-11D4-18E9-37AE068D0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CEABC7-2E95-67A9-806D-A5E2B1AA2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8A2214-781C-AFC6-01B1-4C4E6DBC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106FE-BFE6-48E6-B721-07424DC8F59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33C9D4-549E-BFD4-EBD9-24F89378E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26FD28-ABBD-4D4E-5922-7E546B28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B623A-F2EA-45B1-BBB7-A296E1EED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562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0E04D-C576-C868-C2C3-A4DF4C9D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E945CE-A3FA-DF44-2642-ABAB472DB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04C7B-12E9-60C5-114B-D7C8502A0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E48593-7F63-4BA0-CFAA-855EE5A5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106FE-BFE6-48E6-B721-07424DC8F59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6A5BB1-1957-E830-E964-813419E5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216D9E-A97C-098D-89DA-8B707B1E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B623A-F2EA-45B1-BBB7-A296E1EED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570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9203F-19DF-D589-AA51-283EE0131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E0D875-FED4-48A9-5F0A-1B6D271B5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888100-3BE0-D721-B96C-2096D5BAF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106FE-BFE6-48E6-B721-07424DC8F59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7BBF2A-6CA3-BDC4-1943-CDAF81EEA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B2651F-75E1-8F80-7F1D-9CE766D4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B623A-F2EA-45B1-BBB7-A296E1EED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35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997D78-8EAF-DE3C-7A39-CA1E17769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E70746-E991-7BFB-F753-B44BD31DC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88CC18-D851-5537-FDF7-69248642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106FE-BFE6-48E6-B721-07424DC8F59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00A606-809F-A1A1-1899-C87C173F0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4A3C-23C9-C7AF-3975-9BFA719A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B623A-F2EA-45B1-BBB7-A296E1EED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451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7690DB-E7B1-FB78-FB53-F5CEB8D43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8B5B43-2257-6063-417E-1F42AD2BB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BC8631-5151-A8C6-E671-7B92B985D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106FE-BFE6-48E6-B721-07424DC8F59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42B0BC-E1ED-A108-3CE9-9EEBE80EA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709FD-E7A9-C6C4-9B72-8B7415939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B623A-F2EA-45B1-BBB7-A296E1EED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34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4F7E538-B935-80C4-E90F-DA6C3F967CCC}"/>
              </a:ext>
            </a:extLst>
          </p:cNvPr>
          <p:cNvSpPr/>
          <p:nvPr/>
        </p:nvSpPr>
        <p:spPr>
          <a:xfrm>
            <a:off x="463138" y="391886"/>
            <a:ext cx="11150930" cy="52251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7AC80-FD1F-3B89-68C9-3E74194D0415}"/>
              </a:ext>
            </a:extLst>
          </p:cNvPr>
          <p:cNvSpPr txBox="1"/>
          <p:nvPr/>
        </p:nvSpPr>
        <p:spPr>
          <a:xfrm>
            <a:off x="676895" y="468477"/>
            <a:ext cx="209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bg1">
                    <a:lumMod val="95000"/>
                  </a:schemeClr>
                </a:solidFill>
              </a:rPr>
              <a:t>Quasar UI Builder</a:t>
            </a:r>
            <a:endParaRPr lang="ko-KR" altLang="en-US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5DA4F2B-D212-4678-0421-A74B3AADB266}"/>
              </a:ext>
            </a:extLst>
          </p:cNvPr>
          <p:cNvGrpSpPr/>
          <p:nvPr/>
        </p:nvGrpSpPr>
        <p:grpSpPr>
          <a:xfrm>
            <a:off x="2824353" y="560118"/>
            <a:ext cx="312709" cy="186050"/>
            <a:chOff x="2929255" y="527852"/>
            <a:chExt cx="312709" cy="186050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FAE0F225-E79D-C891-C62C-C0C74F8129C9}"/>
                </a:ext>
              </a:extLst>
            </p:cNvPr>
            <p:cNvCxnSpPr/>
            <p:nvPr/>
          </p:nvCxnSpPr>
          <p:spPr>
            <a:xfrm>
              <a:off x="2933205" y="527852"/>
              <a:ext cx="308759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3AC8A7E-F982-641E-613F-CBD51648BE51}"/>
                </a:ext>
              </a:extLst>
            </p:cNvPr>
            <p:cNvCxnSpPr/>
            <p:nvPr/>
          </p:nvCxnSpPr>
          <p:spPr>
            <a:xfrm>
              <a:off x="2931230" y="620877"/>
              <a:ext cx="308759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DA52A8E-0C19-B45E-A56A-87997C248771}"/>
                </a:ext>
              </a:extLst>
            </p:cNvPr>
            <p:cNvCxnSpPr/>
            <p:nvPr/>
          </p:nvCxnSpPr>
          <p:spPr>
            <a:xfrm>
              <a:off x="2929255" y="713902"/>
              <a:ext cx="308759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9FA7E76-A598-C687-2483-7AF6B602F4D5}"/>
              </a:ext>
            </a:extLst>
          </p:cNvPr>
          <p:cNvSpPr txBox="1"/>
          <p:nvPr/>
        </p:nvSpPr>
        <p:spPr>
          <a:xfrm>
            <a:off x="6377058" y="468477"/>
            <a:ext cx="11815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95000"/>
                  </a:schemeClr>
                </a:solidFill>
              </a:rPr>
              <a:t>UI</a:t>
            </a:r>
            <a:r>
              <a:rPr lang="ko-KR" altLang="en-US" sz="1600" b="1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ko-KR" sz="1600" b="1">
                <a:solidFill>
                  <a:schemeClr val="bg1">
                    <a:lumMod val="95000"/>
                  </a:schemeClr>
                </a:solidFill>
              </a:rPr>
              <a:t>TOOL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8EDA1A-A3B6-E5C6-4300-3658D35D9746}"/>
              </a:ext>
            </a:extLst>
          </p:cNvPr>
          <p:cNvSpPr txBox="1"/>
          <p:nvPr/>
        </p:nvSpPr>
        <p:spPr>
          <a:xfrm>
            <a:off x="7760529" y="468477"/>
            <a:ext cx="1297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95000"/>
                  </a:schemeClr>
                </a:solidFill>
              </a:rPr>
              <a:t>Dev Guide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28971-1AC6-FCA8-748E-FA26317DD4EB}"/>
              </a:ext>
            </a:extLst>
          </p:cNvPr>
          <p:cNvSpPr txBox="1"/>
          <p:nvPr/>
        </p:nvSpPr>
        <p:spPr>
          <a:xfrm>
            <a:off x="9057909" y="468477"/>
            <a:ext cx="1297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95000"/>
                  </a:schemeClr>
                </a:solidFill>
              </a:rPr>
              <a:t>Example</a:t>
            </a:r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D13263BC-AEEA-3749-17B1-44FD22B65B28}"/>
              </a:ext>
            </a:extLst>
          </p:cNvPr>
          <p:cNvSpPr/>
          <p:nvPr/>
        </p:nvSpPr>
        <p:spPr>
          <a:xfrm rot="10800000">
            <a:off x="7362703" y="591241"/>
            <a:ext cx="136570" cy="93025"/>
          </a:xfrm>
          <a:prstGeom prst="triangl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B32826CF-54E5-44C2-FDF4-A5EBEFCF8034}"/>
              </a:ext>
            </a:extLst>
          </p:cNvPr>
          <p:cNvSpPr/>
          <p:nvPr/>
        </p:nvSpPr>
        <p:spPr>
          <a:xfrm rot="10800000">
            <a:off x="10058402" y="591241"/>
            <a:ext cx="136570" cy="93025"/>
          </a:xfrm>
          <a:prstGeom prst="triangl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E57247-490E-71C3-D0B4-3A0DED9BB556}"/>
              </a:ext>
            </a:extLst>
          </p:cNvPr>
          <p:cNvSpPr txBox="1"/>
          <p:nvPr/>
        </p:nvSpPr>
        <p:spPr>
          <a:xfrm>
            <a:off x="10548766" y="483866"/>
            <a:ext cx="12399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95000"/>
                  </a:schemeClr>
                </a:solidFill>
              </a:rPr>
              <a:t>License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615153-5CC8-A9BD-3C26-6FC0118A8793}"/>
              </a:ext>
            </a:extLst>
          </p:cNvPr>
          <p:cNvSpPr txBox="1"/>
          <p:nvPr/>
        </p:nvSpPr>
        <p:spPr>
          <a:xfrm>
            <a:off x="2808520" y="1161313"/>
            <a:ext cx="73864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egoe WPC"/>
              </a:rPr>
              <a:t>Quasar UI Tool</a:t>
            </a:r>
            <a:endParaRPr lang="en-US" altLang="ko-KR" sz="2000" b="0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Segoe WPC"/>
            </a:endParaRPr>
          </a:p>
          <a:p>
            <a:pPr algn="l"/>
            <a:r>
              <a:rPr lang="en-US" altLang="ko-KR" sz="20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egoe WPC"/>
              </a:rPr>
              <a:t>Quasar UI TOOL</a:t>
            </a:r>
          </a:p>
          <a:p>
            <a:pPr algn="l"/>
            <a:r>
              <a:rPr lang="en-US" altLang="ko-KR" sz="20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egoe WPC"/>
              </a:rPr>
              <a:t>VS Code editor integration for Quasar UI page JSON files.</a:t>
            </a:r>
          </a:p>
          <a:p>
            <a:endParaRPr lang="ko-KR" alt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A7F30-5D49-805B-ACD2-D242A1AB5DFF}"/>
              </a:ext>
            </a:extLst>
          </p:cNvPr>
          <p:cNvSpPr txBox="1"/>
          <p:nvPr/>
        </p:nvSpPr>
        <p:spPr>
          <a:xfrm>
            <a:off x="969399" y="2924102"/>
            <a:ext cx="7386452" cy="38828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R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normalizeH="0" baseline="0">
                <a:ln>
                  <a:noFill/>
                </a:ln>
                <a:solidFill>
                  <a:srgbClr val="BBBEBF"/>
                </a:solidFill>
                <a:effectLst/>
                <a:latin typeface="Arial" panose="020B0604020202020204" pitchFamily="34" charset="0"/>
                <a:ea typeface="Segoe WPC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9pPr>
          </a:lstStyle>
          <a:p>
            <a:r>
              <a:rPr lang="fr-FR" altLang="ko-KR" sz="2000">
                <a:solidFill>
                  <a:schemeClr val="tx1">
                    <a:lumMod val="65000"/>
                    <a:lumOff val="35000"/>
                  </a:schemeClr>
                </a:solidFill>
              </a:rPr>
              <a:t>Quasar UI Tool VS Code Extension</a:t>
            </a:r>
          </a:p>
          <a:p>
            <a:endParaRPr lang="ko-KR" alt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629DB3EB-D0FE-F749-D19E-62F300F23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399" y="3086209"/>
            <a:ext cx="10394581" cy="43993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Segoe WPC"/>
              </a:rPr>
              <a:t>This extension opens 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 Unicode MS"/>
                <a:ea typeface="SF Mono"/>
              </a:rPr>
              <a:t>.src/pages/*.json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Segoe WPC"/>
              </a:rPr>
              <a:t> 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Segoe WPC"/>
              </a:rPr>
              <a:t>files with a visual editor inside VS Code and provides a 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 Unicode MS"/>
                <a:ea typeface="SF Mono"/>
              </a:rPr>
              <a:t>Quasar Tool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Segoe WPC"/>
              </a:rPr>
              <a:t> 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Segoe WPC"/>
              </a:rPr>
              <a:t>Activity Bar container.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ko-KR" altLang="ko-KR" sz="36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C86A1CF5-EDE4-F2A5-622C-089B7C2D4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518" y="3715287"/>
            <a:ext cx="10567549" cy="2489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Segoe WPC"/>
              </a:rPr>
              <a:t>Run In Development</a:t>
            </a:r>
            <a:endParaRPr kumimoji="0" lang="en-US" altLang="ko-KR" sz="20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20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Segoe WPC"/>
              </a:rPr>
              <a:t>Open this repository in VS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Segoe WPC"/>
              </a:rPr>
              <a:t>Run the </a:t>
            </a:r>
            <a:r>
              <a:rPr kumimoji="0" lang="ko-KR" altLang="ko-KR" sz="16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/>
                <a:ea typeface="SF Mono"/>
              </a:rPr>
              <a:t>Run Quasar UI Tool Extension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Segoe WPC"/>
              </a:rPr>
              <a:t> 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Segoe WPC"/>
              </a:rPr>
              <a:t>launch configuration.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Segoe WPC"/>
              </a:rPr>
              <a:t>In the Extension Development Host, open </a:t>
            </a:r>
            <a:r>
              <a:rPr kumimoji="0" lang="ko-KR" altLang="ko-KR" sz="16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/>
                <a:ea typeface="SF Mono"/>
              </a:rPr>
              <a:t>.src/pages/IndexPage.json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Segoe WPC"/>
              </a:rPr>
              <a:t>.</a:t>
            </a:r>
            <a:endParaRPr kumimoji="0" lang="ko-KR" altLang="ko-KR" sz="14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Segoe WPC"/>
              </a:rPr>
              <a:t>Choose </a:t>
            </a:r>
            <a:r>
              <a:rPr kumimoji="0" lang="ko-KR" altLang="ko-KR" sz="16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/>
                <a:ea typeface="SF Mono"/>
              </a:rPr>
              <a:t>Open With...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Segoe WPC"/>
              </a:rPr>
              <a:t> 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Segoe WPC"/>
              </a:rPr>
              <a:t>-&gt; </a:t>
            </a:r>
            <a:r>
              <a:rPr kumimoji="0" lang="ko-KR" altLang="ko-KR" sz="16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/>
                <a:ea typeface="SF Mono"/>
              </a:rPr>
              <a:t>Quasar UI Tool Editor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Segoe WPC"/>
              </a:rPr>
              <a:t> 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Segoe WPC"/>
              </a:rPr>
              <a:t>if the visual editor is not selected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Segoe WPC"/>
              </a:rPr>
              <a:t>Open the </a:t>
            </a:r>
            <a:r>
              <a:rPr kumimoji="0" lang="ko-KR" altLang="ko-KR" sz="16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/>
                <a:ea typeface="SF Mono"/>
              </a:rPr>
              <a:t>Quasar Tool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Segoe WPC"/>
              </a:rPr>
              <a:t> 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Segoe WPC"/>
              </a:rPr>
              <a:t>Activity Bar item to use Component Palette, Properties, Page Tree, and DataSet views.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36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A17C160-B85B-DB60-77FB-D7D107CDF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84" y="1014068"/>
            <a:ext cx="1696278" cy="169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7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4F7E538-B935-80C4-E90F-DA6C3F967CCC}"/>
              </a:ext>
            </a:extLst>
          </p:cNvPr>
          <p:cNvSpPr/>
          <p:nvPr/>
        </p:nvSpPr>
        <p:spPr>
          <a:xfrm>
            <a:off x="463138" y="391886"/>
            <a:ext cx="11150930" cy="52251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7AC80-FD1F-3B89-68C9-3E74194D0415}"/>
              </a:ext>
            </a:extLst>
          </p:cNvPr>
          <p:cNvSpPr txBox="1"/>
          <p:nvPr/>
        </p:nvSpPr>
        <p:spPr>
          <a:xfrm>
            <a:off x="676895" y="468477"/>
            <a:ext cx="209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bg1">
                    <a:lumMod val="95000"/>
                  </a:schemeClr>
                </a:solidFill>
              </a:rPr>
              <a:t>Quasar UI Builder</a:t>
            </a:r>
            <a:endParaRPr lang="ko-KR" altLang="en-US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5DA4F2B-D212-4678-0421-A74B3AADB266}"/>
              </a:ext>
            </a:extLst>
          </p:cNvPr>
          <p:cNvGrpSpPr/>
          <p:nvPr/>
        </p:nvGrpSpPr>
        <p:grpSpPr>
          <a:xfrm>
            <a:off x="2824353" y="560118"/>
            <a:ext cx="312709" cy="186050"/>
            <a:chOff x="2929255" y="527852"/>
            <a:chExt cx="312709" cy="186050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FAE0F225-E79D-C891-C62C-C0C74F8129C9}"/>
                </a:ext>
              </a:extLst>
            </p:cNvPr>
            <p:cNvCxnSpPr/>
            <p:nvPr/>
          </p:nvCxnSpPr>
          <p:spPr>
            <a:xfrm>
              <a:off x="2933205" y="527852"/>
              <a:ext cx="308759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3AC8A7E-F982-641E-613F-CBD51648BE51}"/>
                </a:ext>
              </a:extLst>
            </p:cNvPr>
            <p:cNvCxnSpPr/>
            <p:nvPr/>
          </p:nvCxnSpPr>
          <p:spPr>
            <a:xfrm>
              <a:off x="2931230" y="620877"/>
              <a:ext cx="308759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DA52A8E-0C19-B45E-A56A-87997C248771}"/>
                </a:ext>
              </a:extLst>
            </p:cNvPr>
            <p:cNvCxnSpPr/>
            <p:nvPr/>
          </p:nvCxnSpPr>
          <p:spPr>
            <a:xfrm>
              <a:off x="2929255" y="713902"/>
              <a:ext cx="308759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9FA7E76-A598-C687-2483-7AF6B602F4D5}"/>
              </a:ext>
            </a:extLst>
          </p:cNvPr>
          <p:cNvSpPr txBox="1"/>
          <p:nvPr/>
        </p:nvSpPr>
        <p:spPr>
          <a:xfrm>
            <a:off x="6377058" y="468477"/>
            <a:ext cx="11815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95000"/>
                  </a:schemeClr>
                </a:solidFill>
              </a:rPr>
              <a:t>UI</a:t>
            </a:r>
            <a:r>
              <a:rPr lang="ko-KR" altLang="en-US" sz="1600" b="1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ko-KR" sz="1600" b="1">
                <a:solidFill>
                  <a:schemeClr val="bg1">
                    <a:lumMod val="95000"/>
                  </a:schemeClr>
                </a:solidFill>
              </a:rPr>
              <a:t>TOOL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8EDA1A-A3B6-E5C6-4300-3658D35D9746}"/>
              </a:ext>
            </a:extLst>
          </p:cNvPr>
          <p:cNvSpPr txBox="1"/>
          <p:nvPr/>
        </p:nvSpPr>
        <p:spPr>
          <a:xfrm>
            <a:off x="7760529" y="468477"/>
            <a:ext cx="1297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95000"/>
                  </a:schemeClr>
                </a:solidFill>
              </a:rPr>
              <a:t>Dev Guide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28971-1AC6-FCA8-748E-FA26317DD4EB}"/>
              </a:ext>
            </a:extLst>
          </p:cNvPr>
          <p:cNvSpPr txBox="1"/>
          <p:nvPr/>
        </p:nvSpPr>
        <p:spPr>
          <a:xfrm>
            <a:off x="9057909" y="468477"/>
            <a:ext cx="1297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95000"/>
                  </a:schemeClr>
                </a:solidFill>
              </a:rPr>
              <a:t>Example</a:t>
            </a:r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D13263BC-AEEA-3749-17B1-44FD22B65B28}"/>
              </a:ext>
            </a:extLst>
          </p:cNvPr>
          <p:cNvSpPr/>
          <p:nvPr/>
        </p:nvSpPr>
        <p:spPr>
          <a:xfrm rot="10800000">
            <a:off x="7362703" y="591241"/>
            <a:ext cx="136570" cy="93025"/>
          </a:xfrm>
          <a:prstGeom prst="triangl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B32826CF-54E5-44C2-FDF4-A5EBEFCF8034}"/>
              </a:ext>
            </a:extLst>
          </p:cNvPr>
          <p:cNvSpPr/>
          <p:nvPr/>
        </p:nvSpPr>
        <p:spPr>
          <a:xfrm rot="10800000">
            <a:off x="10058402" y="591241"/>
            <a:ext cx="136570" cy="93025"/>
          </a:xfrm>
          <a:prstGeom prst="triangl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E57247-490E-71C3-D0B4-3A0DED9BB556}"/>
              </a:ext>
            </a:extLst>
          </p:cNvPr>
          <p:cNvSpPr txBox="1"/>
          <p:nvPr/>
        </p:nvSpPr>
        <p:spPr>
          <a:xfrm>
            <a:off x="10548766" y="483866"/>
            <a:ext cx="12399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95000"/>
                  </a:schemeClr>
                </a:solidFill>
              </a:rPr>
              <a:t>License</a:t>
            </a:r>
          </a:p>
        </p:txBody>
      </p:sp>
    </p:spTree>
    <p:extLst>
      <p:ext uri="{BB962C8B-B14F-4D97-AF65-F5344CB8AC3E}">
        <p14:creationId xmlns:p14="http://schemas.microsoft.com/office/powerpoint/2010/main" val="3490806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AA64DE-31B0-7D1C-E1BB-B7752FDCA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373" y="607197"/>
            <a:ext cx="647733" cy="6350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E878580-D16B-DFBB-403C-0BBC10BA6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055" y="740553"/>
            <a:ext cx="1073205" cy="368319"/>
          </a:xfrm>
          <a:prstGeom prst="rect">
            <a:avLst/>
          </a:prstGeom>
        </p:spPr>
      </p:pic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45A57C57-7B7A-0BD9-DCAB-52BAD239A119}"/>
              </a:ext>
            </a:extLst>
          </p:cNvPr>
          <p:cNvSpPr/>
          <p:nvPr/>
        </p:nvSpPr>
        <p:spPr>
          <a:xfrm>
            <a:off x="10738853" y="675915"/>
            <a:ext cx="167685" cy="141088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38CBF8-2132-C149-08D5-99A80DBA3267}"/>
              </a:ext>
            </a:extLst>
          </p:cNvPr>
          <p:cNvSpPr txBox="1"/>
          <p:nvPr/>
        </p:nvSpPr>
        <p:spPr>
          <a:xfrm>
            <a:off x="9415414" y="592571"/>
            <a:ext cx="13234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UI TOOL </a:t>
            </a:r>
            <a:r>
              <a:rPr lang="ko-KR" altLang="en-US" sz="1400" b="1">
                <a:solidFill>
                  <a:schemeClr val="bg2">
                    <a:lumMod val="2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소개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3B10D1-BDD5-19D9-9113-4F34ECD2066C}"/>
              </a:ext>
            </a:extLst>
          </p:cNvPr>
          <p:cNvSpPr txBox="1"/>
          <p:nvPr/>
        </p:nvSpPr>
        <p:spPr>
          <a:xfrm>
            <a:off x="11073159" y="607197"/>
            <a:ext cx="938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chemeClr val="bg2">
                    <a:lumMod val="2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도구 소개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CF1AADC-924C-D9CE-8F5D-DC27D8652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67"/>
            <a:ext cx="12192000" cy="54307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F1EB6CB-B05C-C2DC-509C-74F7B9952A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252" y="466728"/>
            <a:ext cx="1985595" cy="456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92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147</Words>
  <Application>Microsoft Office PowerPoint</Application>
  <PresentationFormat>와이드스크린</PresentationFormat>
  <Paragraphs>24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Arial Unicode MS</vt:lpstr>
      <vt:lpstr>Segoe WPC</vt:lpstr>
      <vt:lpstr>맑은 고딕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moonchel kang</dc:creator>
  <cp:lastModifiedBy>moonchel kang</cp:lastModifiedBy>
  <cp:revision>7</cp:revision>
  <dcterms:created xsi:type="dcterms:W3CDTF">2026-07-27T07:57:13Z</dcterms:created>
  <dcterms:modified xsi:type="dcterms:W3CDTF">2026-07-28T03:13:53Z</dcterms:modified>
</cp:coreProperties>
</file>