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e5cfb6b1f74a0d" /><Relationship Type="http://schemas.openxmlformats.org/officeDocument/2006/relationships/extended-properties" Target="/docProps/app.xml" Id="R87c17517256244cb" /><Relationship Type="http://schemas.openxmlformats.org/officeDocument/2006/relationships/officeDocument" Target="/ppt/presentation.xml" Id="Re667ce101bb244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bfca302e564466"/>
  </p:sldMasterIdLst>
  <p:notesMasterIdLst>
    <p:notesMasterId xmlns:r="http://schemas.openxmlformats.org/officeDocument/2006/relationships" r:id="R0845ac31f5684e29"/>
  </p:notesMasterIdLst>
  <p:sldIdLst>
    <p:sldId xmlns:r="http://schemas.openxmlformats.org/officeDocument/2006/relationships" id="256" r:id="R264b77bb596348c8"/>
    <p:sldId xmlns:r="http://schemas.openxmlformats.org/officeDocument/2006/relationships" id="257" r:id="R31752055753a4c1e"/>
    <p:sldId xmlns:r="http://schemas.openxmlformats.org/officeDocument/2006/relationships" id="258" r:id="Rbcac9e7236464d86"/>
    <p:sldId xmlns:r="http://schemas.openxmlformats.org/officeDocument/2006/relationships" id="259" r:id="R23224afbd3a349d6"/>
    <p:sldId xmlns:r="http://schemas.openxmlformats.org/officeDocument/2006/relationships" id="260" r:id="Ra0932a2d1dad42c2"/>
    <p:sldId xmlns:r="http://schemas.openxmlformats.org/officeDocument/2006/relationships" id="261" r:id="Ra89272e4603f40fe"/>
    <p:sldId xmlns:r="http://schemas.openxmlformats.org/officeDocument/2006/relationships" id="262" r:id="Rcc6a7bcf197e428c"/>
    <p:sldId xmlns:r="http://schemas.openxmlformats.org/officeDocument/2006/relationships" id="263" r:id="R19761fa1e0624d14"/>
    <p:sldId xmlns:r="http://schemas.openxmlformats.org/officeDocument/2006/relationships" id="264" r:id="R4b80841217b84875"/>
    <p:sldId xmlns:r="http://schemas.openxmlformats.org/officeDocument/2006/relationships" id="265" r:id="Rd4a07d0eb52b4161"/>
    <p:sldId xmlns:r="http://schemas.openxmlformats.org/officeDocument/2006/relationships" id="266" r:id="Rcd2d2bb5a18e40ef"/>
    <p:sldId xmlns:r="http://schemas.openxmlformats.org/officeDocument/2006/relationships" id="267" r:id="Rc424456881594a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4a2f2ff4fa4871" /><Relationship Type="http://schemas.openxmlformats.org/officeDocument/2006/relationships/slideMaster" Target="/ppt/slideMasters/slideMaster1.xml" Id="R27bfca302e564466" /><Relationship Type="http://schemas.openxmlformats.org/officeDocument/2006/relationships/notesMaster" Target="/ppt/notesMasters/notesMaster1.xml" Id="R0845ac31f5684e29" /><Relationship Type="http://schemas.openxmlformats.org/officeDocument/2006/relationships/presProps" Target="/ppt/presProps.xml" Id="Rd8d86ff514204546" /><Relationship Type="http://schemas.openxmlformats.org/officeDocument/2006/relationships/tableStyles" Target="/ppt/tableStyles.xml" Id="Rf893090158cb4542" /><Relationship Type="http://schemas.openxmlformats.org/officeDocument/2006/relationships/slide" Target="/ppt/slides/slide1.xml" Id="R264b77bb596348c8" /><Relationship Type="http://schemas.openxmlformats.org/officeDocument/2006/relationships/slide" Target="/ppt/slides/slide2.xml" Id="R31752055753a4c1e" /><Relationship Type="http://schemas.openxmlformats.org/officeDocument/2006/relationships/slide" Target="/ppt/slides/slide3.xml" Id="Rbcac9e7236464d86" /><Relationship Type="http://schemas.openxmlformats.org/officeDocument/2006/relationships/slide" Target="/ppt/slides/slide4.xml" Id="R23224afbd3a349d6" /><Relationship Type="http://schemas.openxmlformats.org/officeDocument/2006/relationships/slide" Target="/ppt/slides/slide5.xml" Id="Ra0932a2d1dad42c2" /><Relationship Type="http://schemas.openxmlformats.org/officeDocument/2006/relationships/slide" Target="/ppt/slides/slide6.xml" Id="Ra89272e4603f40fe" /><Relationship Type="http://schemas.openxmlformats.org/officeDocument/2006/relationships/slide" Target="/ppt/slides/slide7.xml" Id="Rcc6a7bcf197e428c" /><Relationship Type="http://schemas.openxmlformats.org/officeDocument/2006/relationships/slide" Target="/ppt/slides/slide8.xml" Id="R19761fa1e0624d14" /><Relationship Type="http://schemas.openxmlformats.org/officeDocument/2006/relationships/slide" Target="/ppt/slides/slide9.xml" Id="R4b80841217b84875" /><Relationship Type="http://schemas.openxmlformats.org/officeDocument/2006/relationships/slide" Target="/ppt/slides/slide10.xml" Id="Rd4a07d0eb52b4161" /><Relationship Type="http://schemas.openxmlformats.org/officeDocument/2006/relationships/slide" Target="/ppt/slides/slide11.xml" Id="Rcd2d2bb5a18e40ef" /><Relationship Type="http://schemas.openxmlformats.org/officeDocument/2006/relationships/slide" Target="/ppt/slides/slide12.xml" Id="Rc424456881594a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4e0e7f77cc4e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21a86bb4944efd" /><Relationship Type="http://schemas.openxmlformats.org/officeDocument/2006/relationships/notesMaster" Target="/ppt/notesMasters/notesMaster1.xml" Id="R57a57149f3de4d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cd6644e1b2477c" /><Relationship Type="http://schemas.openxmlformats.org/officeDocument/2006/relationships/notesMaster" Target="/ppt/notesMasters/notesMaster1.xml" Id="Rb57876ed4a2244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4854c48f964e9b" /><Relationship Type="http://schemas.openxmlformats.org/officeDocument/2006/relationships/notesMaster" Target="/ppt/notesMasters/notesMaster1.xml" Id="R100f683faa9e43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f230e88df642d1" /><Relationship Type="http://schemas.openxmlformats.org/officeDocument/2006/relationships/notesMaster" Target="/ppt/notesMasters/notesMaster1.xml" Id="Rd9b03f2507e74f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acdbd0ce2e45df" /><Relationship Type="http://schemas.openxmlformats.org/officeDocument/2006/relationships/notesMaster" Target="/ppt/notesMasters/notesMaster1.xml" Id="Rc21683df9a9c4d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30447d73a444f3" /><Relationship Type="http://schemas.openxmlformats.org/officeDocument/2006/relationships/notesMaster" Target="/ppt/notesMasters/notesMaster1.xml" Id="R7d040a274fdc4f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bf2dfb7fa5430d" /><Relationship Type="http://schemas.openxmlformats.org/officeDocument/2006/relationships/notesMaster" Target="/ppt/notesMasters/notesMaster1.xml" Id="Re8815e57ca2e44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fa5ee04e474ac6" /><Relationship Type="http://schemas.openxmlformats.org/officeDocument/2006/relationships/notesMaster" Target="/ppt/notesMasters/notesMaster1.xml" Id="R134d626680e64b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d3a047239a4e70" /><Relationship Type="http://schemas.openxmlformats.org/officeDocument/2006/relationships/notesMaster" Target="/ppt/notesMasters/notesMaster1.xml" Id="R4e3701e7827e4d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0dc6c89c014ef3" /><Relationship Type="http://schemas.openxmlformats.org/officeDocument/2006/relationships/notesMaster" Target="/ppt/notesMasters/notesMaster1.xml" Id="R6db4cc7a7d5648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0aaadb27ec465d" /><Relationship Type="http://schemas.openxmlformats.org/officeDocument/2006/relationships/notesMaster" Target="/ppt/notesMasters/notesMaster1.xml" Id="Rc056337a970740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36cd861e6246c6" /><Relationship Type="http://schemas.openxmlformats.org/officeDocument/2006/relationships/notesMaster" Target="/ppt/notesMasters/notesMaster1.xml" Id="R356d67e7630c4b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1393ef6aa640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8beb94fd394c35" /><Relationship Type="http://schemas.openxmlformats.org/officeDocument/2006/relationships/slideLayout" Target="/ppt/slideLayouts/slideLayout1.xml" Id="R81e4217eb29c46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e4217eb29c46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c159135444ee6" /><Relationship Type="http://schemas.openxmlformats.org/officeDocument/2006/relationships/image" Target="/ppt/media/image.png" Id="R48d1019b56bc4e4d" /><Relationship Type="http://schemas.openxmlformats.org/officeDocument/2006/relationships/notesSlide" Target="/ppt/notesSlides/notesSlide1.xml" Id="R1e68930e06224d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e937d87084163" /><Relationship Type="http://schemas.openxmlformats.org/officeDocument/2006/relationships/notesSlide" Target="/ppt/notesSlides/notesSlide2.xml" Id="Redab36a5ab4c46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f3c0e92d24f2c" /><Relationship Type="http://schemas.openxmlformats.org/officeDocument/2006/relationships/image" Target="/ppt/media/image2.png" Id="R5c8dac58ddc54c72" /><Relationship Type="http://schemas.openxmlformats.org/officeDocument/2006/relationships/notesSlide" Target="/ppt/notesSlides/notesSlide3.xml" Id="R9cbba5f0e46b4c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30436f3a54120" /><Relationship Type="http://schemas.openxmlformats.org/officeDocument/2006/relationships/image" Target="/ppt/media/image3.png" Id="R21c60380595441e4" /><Relationship Type="http://schemas.openxmlformats.org/officeDocument/2006/relationships/notesSlide" Target="/ppt/notesSlides/notesSlide4.xml" Id="R8bb612dbe28f48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57ff350314ad6" /><Relationship Type="http://schemas.openxmlformats.org/officeDocument/2006/relationships/image" Target="/ppt/media/image4.png" Id="Rebcc08f4869e4fcf" /><Relationship Type="http://schemas.openxmlformats.org/officeDocument/2006/relationships/notesSlide" Target="/ppt/notesSlides/notesSlide5.xml" Id="R07a9fa5e1a6c4d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6b7a4829c4352" /><Relationship Type="http://schemas.openxmlformats.org/officeDocument/2006/relationships/notesSlide" Target="/ppt/notesSlides/notesSlide6.xml" Id="R4648b90a45434a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fab09c20e4704" /><Relationship Type="http://schemas.openxmlformats.org/officeDocument/2006/relationships/image" Target="/ppt/media/image5.png" Id="R3df7c097bf054570" /><Relationship Type="http://schemas.openxmlformats.org/officeDocument/2006/relationships/notesSlide" Target="/ppt/notesSlides/notesSlide7.xml" Id="R1895bb092d2e42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54fed9faf44d1" /><Relationship Type="http://schemas.openxmlformats.org/officeDocument/2006/relationships/notesSlide" Target="/ppt/notesSlides/notesSlide8.xml" Id="R3c8e7bb730824a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23aca83944fda" /><Relationship Type="http://schemas.openxmlformats.org/officeDocument/2006/relationships/notesSlide" Target="/ppt/notesSlides/notesSlide9.xml" Id="R8fcc65655d3743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6756ec2bb4ab4" /><Relationship Type="http://schemas.openxmlformats.org/officeDocument/2006/relationships/notesSlide" Target="/ppt/notesSlides/notesSlide10.xml" Id="R137491dc7c9a4a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2cbc67c2f4e5a" /><Relationship Type="http://schemas.openxmlformats.org/officeDocument/2006/relationships/notesSlide" Target="/ppt/notesSlides/notesSlide11.xml" Id="R9ed0b7e70eca46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3d473010e4dce" /><Relationship Type="http://schemas.openxmlformats.org/officeDocument/2006/relationships/notesSlide" Target="/ppt/notesSlides/notesSlide12.xml" Id="R4e80869b8ec742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7C9418-FDAC-4172-AE8C-45C842C2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2B7F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2B7F2"/>
                </a:solidFill>
                <a:latin typeface="Malgun Gothic"/>
                <a:ea typeface="Malgun Gothic"/>
                <a:cs typeface="Malgun Gothic"/>
              </a:rPr>
              <a:t>QUASAR TOOL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5B8DA-F0ED-4403-B08A-0BDDCA3A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Screen 컴포넌트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 가이드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120B9-5F8C-40C4-A1F8-EC9E9D91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7D0D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9"/>
                </a:solidFill>
                <a:latin typeface="Malgun Gothic"/>
                <a:ea typeface="Malgun Gothic"/>
                <a:cs typeface="Malgun Gothic"/>
              </a:rPr>
              <a:t>JSON 기반 Quasar/Vue 화면을 VS Code에서 설계하고</a:t>
            </a:r>
          </a:p>
          <a:p xmlns:a="http://schemas.openxmlformats.org/drawingml/2006/main">
            <a:pPr>
              <a:defRPr sz="1350" b="0">
                <a:solidFill>
                  <a:srgbClr val="C7D0D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9"/>
                </a:solidFill>
                <a:latin typeface="Malgun Gothic"/>
                <a:ea typeface="Malgun Gothic"/>
                <a:cs typeface="Malgun Gothic"/>
              </a:rPr>
              <a:t>실행 가능한 Vue 파일로 연결하는 방법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658C9-5E5D-4792-9552-0F2F3076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0096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99B1D-04B3-481D-A9EC-0DE6E15D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Screen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8CC4F-A7FC-4DE3-8BBF-160726CA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81400"/>
            <a:ext cx="10096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D2CBB-2B3F-4C72-BE53-8592EB45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81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E2E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2EA"/>
                </a:solidFill>
                <a:latin typeface="Malgun Gothic"/>
                <a:ea typeface="Malgun Gothic"/>
                <a:cs typeface="Malgun Gothic"/>
              </a:rPr>
              <a:t>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85CB4-E692-41A5-84BD-F887B042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81400"/>
            <a:ext cx="11239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D9D99-A602-4354-98D2-2E94216B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814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E2E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2EA"/>
                </a:solidFill>
                <a:latin typeface="Malgun Gothic"/>
                <a:ea typeface="Malgun Gothic"/>
                <a:cs typeface="Malgun Gothic"/>
              </a:rPr>
              <a:t>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321BD-6322-4B00-8436-EAA127EF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5300"/>
            <a:ext cx="6381750" cy="5429250"/>
          </a:xfrm>
          <a:prstGeom xmlns:a="http://schemas.openxmlformats.org/drawingml/2006/main" prst="roundRect">
            <a:avLst>
              <a:gd name="adj" fmla="val 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1019b56bc4e4d"/>
          <a:stretch xmlns:a="http://schemas.openxmlformats.org/drawingml/2006/main"/>
        </p:blipFill>
        <p:spPr>
          <a:xfrm xmlns:a="http://schemas.openxmlformats.org/drawingml/2006/main">
            <a:off x="5476875" y="2416865"/>
            <a:ext cx="6000750" cy="154802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23B91-6B23-469B-8AC8-05159B8F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FA1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8FA1B2"/>
                </a:solidFill>
                <a:latin typeface="Malgun Gothic"/>
                <a:ea typeface="Malgun Gothic"/>
                <a:cs typeface="Malgun Gothic"/>
              </a:rPr>
              <a:t>설계 · 편집 ·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F544D-96F4-4EB8-A1BB-3C99BF3C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865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FA1B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8FA1B2"/>
                </a:solidFill>
                <a:latin typeface="Malgun Gothic"/>
                <a:ea typeface="Malgun Gothic"/>
                <a:cs typeface="Malgun Gothic"/>
              </a:rPr>
              <a:t>v0.1.0</a:t>
            </a:r>
          </a:p>
        </p:txBody>
      </p:sp>
    </p:spTree>
    <p:extLst>
      <p:ext uri="{BB962C8B-B14F-4D97-AF65-F5344CB8AC3E}">
        <p14:creationId xmlns:p14="http://schemas.microsoft.com/office/powerpoint/2010/main" val="4732442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4E14C5-4E8F-43BF-98EC-288C00BA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rPr>
              <a:t>01 ·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BA373-4930-4997-8516-CDB9B986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한 화면의 원본은 JSON과 JS, 결과는 Vue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15B4F-B2E5-42AF-9933-D7662744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Screen 편집과 코드 편집이 같은 상태 모델을 공유합니다.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7EFD3-A69A-4CC0-99EC-7FFBB926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9C824-0FFA-4358-B712-8D0C0B83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885950" cy="219075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7E59C-F26B-4B0C-BB36-8382DDD3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A8D3E-0792-41F6-948F-D8D08EDA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59155-9956-45FE-8EF7-E513E9BD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Open With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E2091-D7CB-47B0-900D-DA6E15B7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.src/pages/Page.json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EB39E-F6CA-4959-870D-DD92A523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00350"/>
            <a:ext cx="352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06F59-34BC-48DC-A340-0D0DBEF1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095500"/>
            <a:ext cx="1885950" cy="219075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A0F15-2235-481F-9EBE-51C6DF1F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381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752AC-351A-4AFD-8353-DE584AC7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3812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20A13-18F5-4FF1-A502-A47A1CC9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385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Screen 설계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9C86E-8467-4635-9CA1-D3913E5A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576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Palette · Properties · Tree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9E19E-8E7E-4920-B781-D66684AC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00350"/>
            <a:ext cx="352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58350-98A5-45BA-85F3-5AA86F3B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1885950" cy="219075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E29A15-7E1E-4838-AAB2-1BC0DAEE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81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8B7D0-20E6-48D7-ADF5-841AB5B4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812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72D07-586F-40D8-87AB-604A0818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385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Script 작성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1B9AD3-160A-48B6-9757-25934387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576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.src/pages/Page.js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A5998-662B-4672-9562-00DBF09E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00350"/>
            <a:ext cx="352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DCD36A-C47C-44AD-8C6D-76A84E9C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95500"/>
            <a:ext cx="1885950" cy="219075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9E3B64-C520-4573-8A4F-5C5D00F4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381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F7855A-93E5-4E1D-9EB9-997BB58B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3812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3184DA-8CD9-407E-A0EF-0E18FB0B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385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Vue 생성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3AE48B-C483-46E9-8999-36B0DD41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576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src/pages/Page.vue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AAF772-382B-437E-99C9-4EAC7786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800350"/>
            <a:ext cx="352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93978A-C0E2-47EE-8E9F-1A3A8A9C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95500"/>
            <a:ext cx="1885950" cy="219075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6E02FB-6BD6-4DD4-9D3B-E01EF06A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81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69F3BE-1695-48E5-940F-CDBF6163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812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E9A9F2-1CEC-41F0-9C27-90E44B3B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385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브라우저 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376D5B-C4BB-4D38-AC90-7183C264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576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Quasar dev :9000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AFF42F-4A33-42A9-AEF0-6363B878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521970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D4E504-B573-4FC5-A4EE-102AE416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0ED886-B589-4989-B4E5-7FF3F78E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원본 관리 원칙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6B1D67-06BE-4058-97FF-E2515A59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489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생성된 Vue보다 .src/pages의 JSON/JS 쌍을 기준으로 버전 관리합니다.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463A93-2501-4E39-81CF-48A683DC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62500"/>
            <a:ext cx="575310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B5136B-BFB6-4798-BC0B-A632D69F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625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D52F27-AAEF-4C65-AD1C-4E34E6E1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958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자동 동기화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76DE43-CA91-444A-8036-F3BEEA76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JSON 또는 JS 저장 시 해당 화면만 generate-vue.mjs가 실행됩니다.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4433F1-48F9-462A-B383-C25DA794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QUASAR TOOL · SCREEN COMPONENT GUIDE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03475F-6134-4653-81A3-25360356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4161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BCD58C-D4A8-4418-970C-AF34D90F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rPr>
              <a:t>02 ·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6F651-CAC5-45D9-9871-17085A7E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Screen은 실제 Quasar 런타임으로 렌더링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A2450-D6D3-44AA-B1CB-8DEF16E5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편집 보조선만 추가되고 컴포넌트 구조는 생성 Vue와 같은 규칙을 사용합니다.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B920D-FB37-4BC4-AEF8-ED162B4F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5C900-1600-477B-9CC0-2A4F85C0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7810500" cy="4095750"/>
          </a:xfrm>
          <a:prstGeom xmlns:a="http://schemas.openxmlformats.org/drawingml/2006/main" prst="roundRect">
            <a:avLst>
              <a:gd name="adj" fmla="val 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dac58ddc54c72"/>
          <a:stretch xmlns:a="http://schemas.openxmlformats.org/drawingml/2006/main"/>
        </p:blipFill>
        <p:spPr>
          <a:xfrm xmlns:a="http://schemas.openxmlformats.org/drawingml/2006/main">
            <a:off x="619125" y="2393734"/>
            <a:ext cx="7600950" cy="273728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C4C5A-7EDB-4505-A492-0D1A6556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C50EF-0FC5-4208-9605-718E5916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ADA16-34A6-4387-8929-2A01D7F2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05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9570D-3070-4C36-903F-F5F3C6ED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05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6EBD4-8CF9-4E03-91B9-8B113C2F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14500"/>
            <a:ext cx="3086100" cy="1095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24738-0E1A-4FA5-B241-0C1580EA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1450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20D54-DC39-4846-B86F-FF85C231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478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1 · Editor 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45EB4-6632-46FF-B2B7-87CE851F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7170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Screen / Script / DataSet을 전환합니다.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D37F9-8BDE-4A91-BA88-A8155030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81325"/>
            <a:ext cx="3086100" cy="1095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CB86F-699E-424E-A51E-1F332A7C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81325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5CFBE-C06B-461B-919F-E9049631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146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2 · 런타임 Canvas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C55841-7412-4AFA-A905-DCB2B2D7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38525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Vue + Quasar CSS로 JSON 컴포넌트를 직접 렌더링합니다.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B359C8-3C80-422F-8859-8320B608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48150"/>
            <a:ext cx="3086100" cy="15621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14250-A2E7-42FB-90D5-15C0A74B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4815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466E9D-661C-4E52-92BD-BDF384B6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81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선택 동기화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F8BEA-96E8-4617-A567-66D7DF85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05350"/>
            <a:ext cx="276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Screen에서 선택하면 Page Tree가 자동 펼침되고 Properties와 Events가 같은 ID를 표시합니다.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C692C5-BCDE-4057-945F-9E316688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QUASAR TOOL · SCREEN COMPONENT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B7D73A-271B-4BCD-88F8-25FBB541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66899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BC6EBB-7F93-4A76-AD0F-03A6BC61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rPr>
              <a:t>03 · FORM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57966-AAE9-452A-8D0C-ADF6E518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Form Search는 조회 화면의 표준 골격을 한 번에 생성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B1669-EF15-4133-9004-6F8453FF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Palette에서 클릭하면 조회 필드, 토글, 입력, 초기화/검색 버튼 구조와 기본 데이터를 함께 만듭니다.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0472D-ACFA-4BF2-91F9-9CEC6CC5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C4824-C15F-4AA0-A79A-739B9333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1163300" cy="32766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60380595441e4"/>
          <a:stretch xmlns:a="http://schemas.openxmlformats.org/drawingml/2006/main"/>
        </p:blipFill>
        <p:spPr>
          <a:xfrm xmlns:a="http://schemas.openxmlformats.org/drawingml/2006/main">
            <a:off x="628650" y="1904282"/>
            <a:ext cx="10934700" cy="282083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9B5D3-4DD5-4A99-A71B-61BA3716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96451-0619-42BF-AB2F-1CA4140D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1B9E3-A12D-4B4F-B84E-FC46CBC6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981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70021-FEDC-454D-9E21-AD66B2F8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981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97FE4-474E-4628-A63E-FD87BF0E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81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3EA9E-5362-4531-9E6E-91D3F18A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81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9C21E-3141-4DAA-A6B4-7CFEE9C0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2957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1608B-5F41-4C9C-A7EA-05945239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2957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364A7-9476-446C-A5D7-75C6F1FB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25908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C9F85-E46F-43D8-9EE5-A42D8EDF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3615F-DE41-46AD-88E0-3225D1FF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1 · 라벨 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AF10E-A7FF-413E-9538-33156594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필수 표시와 배경 class를 Properties에서 수정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4B576-9949-4A00-A13A-5F144F80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25908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12417-814C-4B81-9BED-A805DB05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80D00-B3F5-4CB5-86A1-5E659462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53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2 · 입력 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2416F-698F-4CD0-9C82-F6B4E263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7690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QSelect/QInput과 v-model을 배치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616D65-F80A-435F-9BE3-637C4721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19700"/>
            <a:ext cx="25908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45021C-05A7-4783-9075-B1733E5B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197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1D670F-999F-457D-BA55-7753AD97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53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3 · 토글 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F617CF-614B-4CDA-A0A2-4DA2093B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7690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QToggle로 boolean 조회 조건 구성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2E8083-06B7-4D7F-84E4-C2897040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19700"/>
            <a:ext cx="25908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1E30CE-4476-46B4-940E-073BE5A3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197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7ABDD7-E25C-41E4-944C-02784D34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353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4 · 명령 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26BDFE-8CCF-4FBA-8E14-BEEC986B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67690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초기화와 검색 이벤트 연결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23BA98-D840-442B-B409-143046C2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QUASAR TOOL · SCREEN COMPONENT GUIDE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18C4DA-EA5E-42E4-973E-9730A6FE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908138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DF7CB9-8101-4B0D-81F0-5B3811F0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rPr>
              <a:t>04 · BASIC COMPONENTS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1818F-8EB5-4A7C-9BB5-042D96F8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Button · Input · Text는 가장 빠른 화면 조립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DE79C-36AF-4F5A-A5B2-EB7AEEE4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Palette 클릭 후 Properties와 Events에서 동작을 완성합니다.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2CE10-A333-4D41-884A-C07E0A75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05100-3BC5-4608-AA83-B9E125ED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6858000" cy="400050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c08f4869e4fcf"/>
          <a:stretch xmlns:a="http://schemas.openxmlformats.org/drawingml/2006/main"/>
        </p:blipFill>
        <p:spPr>
          <a:xfrm xmlns:a="http://schemas.openxmlformats.org/drawingml/2006/main">
            <a:off x="628650" y="2341882"/>
            <a:ext cx="6629400" cy="266953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C0427-3739-4B51-9309-2F00E137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76400"/>
            <a:ext cx="3962400" cy="11620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8D9D9-809E-41F9-9B33-515E03B6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7640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E9B75-1421-41AA-B80B-177FF878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BUTTON · QBtn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F7690-E033-4B5C-9F50-F540F63A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3638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label/color/flat/outline을 설정하고 @click 메서드를 연결합니다.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7C564-0973-462E-81C5-078D31C9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57450"/>
            <a:ext cx="17716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8FAF7-22DE-4922-81BE-1351FEC5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57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rPr>
              <a:t>클릭 → Events → 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53E40-3166-4FF1-9A88-9E6DACEF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9900"/>
            <a:ext cx="3962400" cy="11620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599E6-B7BB-44D4-877A-DACB4502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990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1139E-5FF4-4BFE-9995-1D97297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INPUT · QInput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39BC6-20F5-4E46-9D0A-7E8DC437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67100"/>
            <a:ext cx="3638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label/dense/outlined와 model을 설정하고 Enter 또는 change 이벤트를 연결합니다.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A9EBB-F0F8-4DE5-94AC-06F7AF5D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90950"/>
            <a:ext cx="17716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58B6B-47CA-4FB4-A61A-D0280563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90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입력 → Properties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17625-0511-4ADB-8AB8-F2DA936E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43400"/>
            <a:ext cx="3962400" cy="11620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CB98E-00D7-4D38-9578-370EA5F0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4340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8A085-8D4F-4C8A-A680-D17C7817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TEXT · HtmlElement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0EFEAB-2B19-47FF-A4B4-64B9BC2B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00600"/>
            <a:ext cx="3638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Screen에서 더블클릭해 직접 편집하고 class/style로 표현을 조절합니다.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6CC14C-0AFB-4547-928D-4B02699D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24450"/>
            <a:ext cx="17716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2DAE6-0C8C-48A9-96DB-85C1E6ED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24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더블클릭 → 직접 편집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7041DA-0333-4E44-868A-D1D31C4A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QUASAR TOOL · SCREEN COMPONENT GUIDE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11553-0347-47C6-A5A9-1655BFA4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00365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668C92-D14D-4CB0-B9BC-DF403AF2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rPr>
              <a:t>05 · CONTAINERS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15B23-08A3-4C54-B4D2-A612800C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Card · Card Section · Table은 정보 구획과 목록을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10E69-FC80-4D52-8782-EE90111F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Page Tree에서 부모-자식 구조를 먼저 확인하면 배치 오류를 줄일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03756-DD64-42E9-BCE2-A4F5CE42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A4185-CC6B-43F5-805D-7933659A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3333750" cy="3333750"/>
          </a:xfrm>
          <a:prstGeom xmlns:a="http://schemas.openxmlformats.org/drawingml/2006/main" prst="roundRect">
            <a:avLst>
              <a:gd name="adj" fmla="val 1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43970-65C5-4151-9EDB-244D4F86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838450" cy="158115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E7815-1EA2-489E-BE9A-5B967E72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0CBBA-1940-40C8-A2CB-00A0E4F8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2343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1603D-7AA2-4053-A7E5-78A31511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CARD · QCard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DAA55-8777-402A-B63A-82E034F0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페이지의 독립 구획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7EA7D-05C6-4AF6-B12A-70FFAC4F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28765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1006C-89E8-4B40-9D5A-B22CDB2B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rPr>
              <a:t>flat / bordered / class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EEE8B-2677-488B-92D1-AB0671D5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52600"/>
            <a:ext cx="3333750" cy="3333750"/>
          </a:xfrm>
          <a:prstGeom xmlns:a="http://schemas.openxmlformats.org/drawingml/2006/main" prst="roundRect">
            <a:avLst>
              <a:gd name="adj" fmla="val 1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72805-C4A3-41C3-9E2C-BFAAC4F8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2838450" cy="158115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4B908-48CB-4D20-982B-F39F22A1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05050"/>
            <a:ext cx="2419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39EC1-0DB3-4787-AB60-54FD729A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content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9E018-0A7B-40A3-BCB9-9F817368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CARD SECTION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FDC51-5BC4-4C15-BF54-6C9BC034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195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Card 내부 패딩 영역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4B710-30D1-43AD-9FB2-142421E7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28765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03241-B4A3-4456-8BEA-15EEFB10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101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QCard의 children으로 배치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D22A4-5B35-44A2-B943-CF5BBB88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52600"/>
            <a:ext cx="3333750" cy="3333750"/>
          </a:xfrm>
          <a:prstGeom xmlns:a="http://schemas.openxmlformats.org/drawingml/2006/main" prst="roundRect">
            <a:avLst>
              <a:gd name="adj" fmla="val 1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1EADCB-38F3-4F28-9038-DEBDF802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2838450" cy="158115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7539E1-2DDC-4EA9-9341-5B7241DB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2DC6C7-0AEC-436E-835A-D4E746B4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4317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DCC833-0F8C-4FEF-8A1B-575D7147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1940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970C75-571B-4EEE-89DD-2924CD9E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9562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B0E92B-45F8-4461-ADD6-85916491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481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TABLE · QTable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EE6CB9-79E3-4996-A0CF-B9BB670B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195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rows/columns 목록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937D1A-346A-424E-98A3-A9103D8E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10100"/>
            <a:ext cx="28765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4DE39F-CD4F-49BA-B8BA-915CE420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101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dense / request / row-click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C4D676-C152-4121-BF1B-7535EAE2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53050"/>
            <a:ext cx="10763250" cy="800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38A1BD-469E-4275-95A2-8B2A864E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530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1BB5FB-0F8F-47E8-B320-48DBF7E3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권장 계층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DD75EC-B43C-484B-9D77-06B252A1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QPage → QCard → QCardSection → Row/Column 또는 QTable. Page Tree에서 드래그해 부모를 조정합니다.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2D7FB8-165E-4378-A91C-1B707273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QUASAR TOOL · SCREEN COMPONENT GUIDE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FA8833-5595-4C39-901A-EAAACE42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48474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A3CBE3-F2AE-4C6C-A7E9-AFFFBFA5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rPr>
              <a:t>06 ·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489C7-93EF-4B70-8EDE-B9EACA8F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Row · Column과 col-N 배지로 12칸 Grid를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21F80-4A80-44A3-BF4A-E5B5B965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각 행의 합계와 각 셀 폭을 동시에 확인해 레이아웃 오류를 빠르게 찾습니다.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932FA-C60D-4F8E-9E01-E913F052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C80B7-2E22-4A25-8A71-E74E8AF1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1163300" cy="3028950"/>
          </a:xfrm>
          <a:prstGeom xmlns:a="http://schemas.openxmlformats.org/drawingml/2006/main" prst="roundRect">
            <a:avLst>
              <a:gd name="adj" fmla="val 12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7c097bf054570"/>
          <a:stretch xmlns:a="http://schemas.openxmlformats.org/drawingml/2006/main"/>
        </p:blipFill>
        <p:spPr>
          <a:xfrm xmlns:a="http://schemas.openxmlformats.org/drawingml/2006/main">
            <a:off x="668355" y="1790700"/>
            <a:ext cx="10855289" cy="2800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88A11-E724-4876-A051-3BD3202E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5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6A173-4645-4FD8-8830-D9124E6B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54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B49F4-BE94-4EFA-A4E9-10AEB6E4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895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78E7B-DE0A-42C6-9F64-91AF190A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8954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E04D0-4B16-4122-8137-1F5C27F0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95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0153E-B325-46FB-BCBC-ECC1320C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95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69CE8-D994-4D27-8244-B1C466B0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33718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356A42-C027-4F37-8166-10620BBF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7F7C0-986D-48A6-8E40-B5F7BD11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1 · 행 합계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B61BF-569E-4935-8050-12859E2D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왼쪽 col-12 배지는 현재 행의 셀 폭 합계입니다.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0094A-6874-4FDF-8A61-5ACCF823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72050"/>
            <a:ext cx="33718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8BC13-8DFD-4439-9D41-126BEBA0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720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8EAA8-D2E3-477F-972F-011A64BB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05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2 · 셀 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2DC99-291E-4C17-8FEB-4A29AAD9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29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오른쪽 위 col-2/col-4 배지는 해당 셀의 Quasar 폭입니다.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3E50AE-A393-46D2-953C-172E5DAE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72050"/>
            <a:ext cx="407670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9C1E6A-60DA-46E0-BFB0-741C8057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720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866A59-14C8-4BB4-8449-2084ECB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05400"/>
            <a:ext cx="3752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3 · 표시 토글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530203-AD61-41BF-A9E6-52FB6D68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29250"/>
            <a:ext cx="3752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Screen 도구의 보기 아이콘으로 배지를 숨기거나 다시 표시합니다.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3ED924-07D2-403C-B70D-0160B5EF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QUASAR TOOL · SCREEN COMPONENT GUIDE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962B6-F46B-411C-BEE4-5181C630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85699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C41559-5BBE-4884-A833-44623E06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rPr>
              <a:t>07 · CELL SPLIT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0F64B-C0C7-4834-947E-0693E22F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셀 나누기는 선택 셀만 줄 또는 칸으로 분할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4ACEE-CA39-4A2A-9C3B-FCA8517E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행 자체를 선택하면 메뉴가 비활성화되며 줄과 칸은 동시에 선택할 수 없습니다.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F7923-F354-4AA2-8954-321EC8A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6F562-0A40-474F-AFC9-3EC32280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3333750" cy="2495550"/>
          </a:xfrm>
          <a:prstGeom xmlns:a="http://schemas.openxmlformats.org/drawingml/2006/main" prst="roundRect">
            <a:avLst>
              <a:gd name="adj" fmla="val 1527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9525">
            <a:solidFill>
              <a:srgbClr val="2D33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83BB5-B1AC-4B25-B282-2B28FCCD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3105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67E2D-448D-43AD-858E-7DAD4DB7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셀 나누기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D244A-82AF-428B-9DAD-67E84B1D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8595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8C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8C8C8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9173F-21D2-4E21-B3AB-BC8A3C02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0025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5B62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2BB27-E189-4B08-8033-3B9530B5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DE4E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DE4EA"/>
                </a:solidFill>
                <a:latin typeface="Malgun Gothic"/>
                <a:ea typeface="Malgun Gothic"/>
                <a:cs typeface="Malgun Gothic"/>
              </a:rPr>
              <a:t>줄/칸 나누기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7BB4A-FCB8-4D9A-AB23-49BBF8C5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ACF54-692F-466A-B34D-3FC416C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E1451-330F-413B-A289-424843F8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812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줄 개수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A8889-2C6F-4A4C-A762-85FEE997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7239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53A40"/>
          </a:solidFill>
          <a:ln xmlns:a="http://schemas.openxmlformats.org/drawingml/2006/main" w="9525">
            <a:solidFill>
              <a:srgbClr val="5961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70055-211F-4370-AB68-D1C20764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7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DE4E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DDE4EA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8680A-89A4-4B3A-9C9E-07BF95A6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42875" cy="142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A82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DD7BE-01B6-4970-881F-5FADA745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38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EB7C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EB7C0"/>
                </a:solidFill>
                <a:latin typeface="Malgun Gothic"/>
                <a:ea typeface="Malgun Gothic"/>
                <a:cs typeface="Malgun Gothic"/>
              </a:rPr>
              <a:t>칸 개수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B2DFE1-EDD5-4676-A192-5FD41B72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28950"/>
            <a:ext cx="7239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92E34"/>
          </a:solidFill>
          <a:ln xmlns:a="http://schemas.openxmlformats.org/drawingml/2006/main" w="9525">
            <a:solidFill>
              <a:srgbClr val="444B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988D8-534B-4017-9C54-5CE63EE1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28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47D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7D8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E5F040-7BCB-4902-BABC-A22F3AF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81250"/>
            <a:ext cx="723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F5F9E"/>
          </a:solidFill>
          <a:ln xmlns:a="http://schemas.openxmlformats.org/drawingml/2006/main" w="9525">
            <a:solidFill>
              <a:srgbClr val="4B91F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08E69-31DE-44FD-BA09-5FD70BC8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8125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나누기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702BF3-EA01-478F-814B-3EB75C56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19400"/>
            <a:ext cx="723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4383D"/>
          </a:solidFill>
          <a:ln xmlns:a="http://schemas.openxmlformats.org/drawingml/2006/main" w="9525">
            <a:solidFill>
              <a:srgbClr val="686E7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45851F-B2A0-49B0-B3B6-E8385182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194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DE4E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DDE4EA"/>
                </a:solidFill>
                <a:latin typeface="Malgun Gothic"/>
                <a:ea typeface="Malgun Gothic"/>
                <a:cs typeface="Malgun Gothic"/>
              </a:rPr>
              <a:t>취소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533EE9-F9AE-4E58-B58F-36596C8E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1C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8C1CA"/>
                </a:solidFill>
                <a:latin typeface="Malgun Gothic"/>
                <a:ea typeface="Malgun Gothic"/>
                <a:cs typeface="Malgun Gothic"/>
              </a:rPr>
              <a:t>줄/칸 중 하나만 선택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888563-368F-4941-BC46-09DE93E7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52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줄 나누기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F82E22-B302-48A1-AD3B-04B4FF01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71700"/>
            <a:ext cx="2857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9B5DD3-6CEF-4694-B032-34FA8C04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38400"/>
            <a:ext cx="2171700" cy="12573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C01C2E-73F0-44DC-9C8F-8998FF87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71750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90B332-F086-471D-8458-7891374D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24200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5D2A17-B484-4F2B-B398-1D07FE15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71750"/>
            <a:ext cx="1866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rPr>
              <a:t>선택 셀 내부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C337BC-E5F2-4219-BFF8-B9B8091A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24200"/>
            <a:ext cx="1866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rPr>
              <a:t>새 세로 구획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00DF88-5937-48D9-843A-7B6F004A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76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바깥 col-N 유지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E499FE-161E-4029-B58D-17AE2ECB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52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칸 나누기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AB7C4A-055D-4550-9DDD-4C22A6A0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71700"/>
            <a:ext cx="38862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470E9E-D841-4AED-9930-268DF2E6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504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6515FA-2848-4A2A-AFD9-CF5A1ECC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504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col-5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49615A-F2E1-4671-9EAF-66EE53A3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71750"/>
            <a:ext cx="1504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E232B3-BFE4-46DA-B8B8-C186DCCD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71750"/>
            <a:ext cx="1504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col-5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AF4280-5EB1-4EEB-85BB-599BAA7A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767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col-10 → col-5 + col-5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6A7691-8E43-4CB5-9725-05CA3F82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11163300" cy="12573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DBBD7B-FC81-4891-98D1-0D7517C8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5390DA-8DE2-4354-A27B-24DD04E6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1083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사용 순서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530314-37B5-49CD-A7D0-34EC7EDC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1) 셀 선택  2) 우클릭 → 셀 나누기  3) 줄 또는 칸 선택  4) 개수 입력  5) 나누기. 기존 내용은 첫 구획에 유지됩니다.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B91E3A-EFF7-46D5-8200-9717FE11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QUASAR TOOL · SCREEN COMPONENT GUIDE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D1A18F-4F8F-457C-BBB4-B002B987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689201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33EECC-19CD-49D3-9805-F7BE02CC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rPr>
              <a:t>08 · SIDE PANELS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62841-95E6-4E82-B818-F4EFB3CB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Palette · Properties · Events · Page Tree가 선택 ID를 공유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04ABD-CF42-4CC7-BA2F-176A842D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화면 조립, 속성 편집, 이벤트 연결, 계층 이동이 한 흐름으로 이어집니다.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85A98-7AA2-4CA9-833A-BC859E44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0D4BF-1E38-4893-8377-6EFADFEB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2552700" cy="3867150"/>
          </a:xfrm>
          <a:prstGeom xmlns:a="http://schemas.openxmlformats.org/drawingml/2006/main" prst="roundRect">
            <a:avLst>
              <a:gd name="adj" fmla="val 1493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9525">
            <a:solidFill>
              <a:srgbClr val="2D33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45E92-27F5-47E7-9154-C64B6B40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Component Palette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7E9CF-D117-4F37-89BF-E0C8CB89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E7098-5DDF-4224-AF38-8756689E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2860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6485B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F89C9-D7B3-432D-916F-8A236BF3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Form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C9058-6D9E-46F5-B62A-EBB48342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22860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9408B-95F0-4CB3-B72E-897BB657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rPr>
              <a:t>Button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BC50E-EE01-4906-AF75-501C100E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2860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7F94C-5F65-4746-808F-23156E11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88F5F-A0B9-4F71-88B4-9C5535EB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22860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899AD-8570-4B02-97C8-8E436C65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rPr>
              <a:t>Card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C8257-F614-41AE-90BB-EC0FB0E8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22860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B0A314-8548-4F01-B54B-13E68EE9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rPr>
              <a:t>Table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D2A37-DD76-4515-8A82-DBE7433E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2552700" cy="3867150"/>
          </a:xfrm>
          <a:prstGeom xmlns:a="http://schemas.openxmlformats.org/drawingml/2006/main" prst="roundRect">
            <a:avLst>
              <a:gd name="adj" fmla="val 1493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9525">
            <a:solidFill>
              <a:srgbClr val="2D33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6CF8F9-2338-4646-B031-A38A8B74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478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Properties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8AA5CB-BFD7-4CD7-AD72-0B4EF3ED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2885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141DC-8C7A-4560-8AFB-9B263E8B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00300"/>
            <a:ext cx="22860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6485B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AE6E0B-F1E7-47A6-8BA4-665CF55D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id  QBtn001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7CE06D-41DA-4CC4-8ABB-AEF7324D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28950"/>
            <a:ext cx="22860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CAD787-2E9F-4ACD-B8BF-7BC9F870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rPr>
              <a:t>class  q-ml-sm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7E9480-83B8-4719-9658-788DCEA7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57600"/>
            <a:ext cx="22860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30BA4E-8774-4099-891E-D1D72BA2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576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rPr>
              <a:t>style  min-width:80px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63F9B8-03C7-4C52-8159-293916D9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86250"/>
            <a:ext cx="22860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505EEB-F027-4D50-8C5E-C06C7470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862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rPr>
              <a:t>color  primary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816354-CC9E-44B8-A160-074E5B9B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33550"/>
            <a:ext cx="2552700" cy="3867150"/>
          </a:xfrm>
          <a:prstGeom xmlns:a="http://schemas.openxmlformats.org/drawingml/2006/main" prst="roundRect">
            <a:avLst>
              <a:gd name="adj" fmla="val 1493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9525">
            <a:solidFill>
              <a:srgbClr val="2D33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464683-85A8-4ED8-9C08-918938F0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Events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C09DDB-C441-4C28-B548-DC7E8FA0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2885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4EC178-6796-4B54-837F-95CA8111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22860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6485B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3168FA-45D4-4BB0-BD09-0CFC1E1D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@click  onClick_QBtn001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82579C-3A23-4E53-99F3-1C4D7FC8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22860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1D131A-AC2F-45F8-ADDF-15BCED59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289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rPr>
              <a:t>@focus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0F7980-BC4A-4B6A-B305-9A66D7A2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22860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FAECA1-A4B5-4EA2-8A7B-57335623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576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rPr>
              <a:t>@blur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239AF8-88BF-44E3-8C16-3BEDE0A3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2860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DFC1F0-37EB-47C2-A36F-A7D83F85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862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rPr>
              <a:t>[...] 메서드 열기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95552D-7ACA-4E2F-A860-6F66CBAD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33550"/>
            <a:ext cx="2552700" cy="3867150"/>
          </a:xfrm>
          <a:prstGeom xmlns:a="http://schemas.openxmlformats.org/drawingml/2006/main" prst="roundRect">
            <a:avLst>
              <a:gd name="adj" fmla="val 1493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9525">
            <a:solidFill>
              <a:srgbClr val="2D333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02FE66-9AC0-451A-B761-3D1187D2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Page Tree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2F2998-2CE2-43CB-9CCA-AB16F25B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2885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52DB87-751A-42CE-A1A4-11510400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22860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6485B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7CEF84-10C7-439C-9C17-12FCA53B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▾ QPage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1963BA-C416-4152-A96E-DE8046C1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28950"/>
            <a:ext cx="22860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D1E0F6-89B9-4CC4-A257-FD5A7813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rPr>
              <a:t>  ▾ QCard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F1BC94-06AB-40F7-9ED3-7639B34B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57600"/>
            <a:ext cx="22860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154BB7-4DE5-4895-A1C8-2899F3AD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576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rPr>
              <a:t>    ▾ Row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0AF8F9-4522-4EDB-AA1C-1BDD7C4C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86250"/>
            <a:ext cx="22860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E641AF-64A4-41A1-A688-A5F6FB8C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5DDE5"/>
                </a:solidFill>
                <a:latin typeface="Malgun Gothic"/>
                <a:ea typeface="Malgun Gothic"/>
                <a:cs typeface="Malgun Gothic"/>
              </a:rPr>
              <a:t>      QBtn001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2B5AC1-6D57-4F4C-80C1-41FE6A5C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905500"/>
            <a:ext cx="42672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0E3478-A05B-4838-A5D7-F6B7897C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9055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rPr>
              <a:t>선택 → 속성 → 이벤트 → 계층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FF6029-B1F3-4C8C-8B96-24323801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QUASAR TOOL · SCREEN COMPONENT GUIDE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97B16FC-638D-4837-A3E3-C7B4718A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37618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A4A5D6-42F1-4B72-8CFD-C9D360F0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rPr>
              <a:t>09 · SCRIPT &amp;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4631A-5034-4939-BC85-7E260D12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Monaco로 JavaScript를 편집하고 DataSet으로 데이터 구조를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DB23C-6E2D-4D45-8AD0-953EF9DC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이벤트 메서드 생성 시 Script 탭이 해당 함수 위치로 이동합니다.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A243F-ECF8-476A-8421-70B4F105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FA512-1ECD-4E8F-89D2-54C89A4E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239000" cy="4038600"/>
          </a:xfrm>
          <a:prstGeom xmlns:a="http://schemas.openxmlformats.org/drawingml/2006/main" prst="roundRect">
            <a:avLst>
              <a:gd name="adj" fmla="val 943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9525">
            <a:solidFill>
              <a:srgbClr val="2D33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E7857-5B93-4839-81BB-D0F4A5BA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CE6E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6EF"/>
                </a:solidFill>
                <a:latin typeface="Malgun Gothic"/>
                <a:ea typeface="Malgun Gothic"/>
                <a:cs typeface="Malgun Gothic"/>
              </a:rPr>
              <a:t>IndexPage.js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88369-285A-41C0-A001-2A10651A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8849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8849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865A6-14FA-44B9-B2AB-B4327666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586C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586C0"/>
                </a:solidFill>
                <a:latin typeface="Malgun Gothic"/>
                <a:ea typeface="Malgun Gothic"/>
                <a:cs typeface="Malgun Gothic"/>
              </a:rPr>
              <a:t>const search = reactive({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AE618-B9F2-4E73-8CEC-2D14D996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8849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8849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360C4-99FA-4C27-A159-06C542CC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DCA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CDCAA"/>
                </a:solidFill>
                <a:latin typeface="Malgun Gothic"/>
                <a:ea typeface="Malgun Gothic"/>
                <a:cs typeface="Malgun Gothic"/>
              </a:rPr>
              <a:t>  name: '', requiredYn: false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3C5C3-1F08-40A9-A66B-A1619DD0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8849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8849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87280-5055-4791-B292-274E6846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6E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CE6EF"/>
                </a:solidFill>
                <a:latin typeface="Malgun Gothic"/>
                <a:ea typeface="Malgun Gothic"/>
                <a:cs typeface="Malgun Gothic"/>
              </a:rPr>
              <a:t>})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E60CD-6721-4336-BD8B-823221E7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8849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8849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CFFF8-D200-4F58-B6A7-BE702F6A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2D1E5-D849-4271-912F-6BC02A11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8849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8849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B8F99-D9AD-4231-BE23-D2BA8304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C9B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EC9B0"/>
                </a:solidFill>
                <a:latin typeface="Malgun Gothic"/>
                <a:ea typeface="Malgun Gothic"/>
                <a:cs typeface="Malgun Gothic"/>
              </a:rPr>
              <a:t>function onClick_QBtn001(payload) {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FA099-64C8-4C68-AB0F-AB5030BC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8849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8849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CEF0C-CCCC-41B2-889D-6C71AAE8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E91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E9178"/>
                </a:solidFill>
                <a:latin typeface="Malgun Gothic"/>
                <a:ea typeface="Malgun Gothic"/>
                <a:cs typeface="Malgun Gothic"/>
              </a:rPr>
              <a:t>  console.log('click', payload)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0D553-CDFD-41F2-B97C-CC9265FB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8849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8849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205A6B-029B-4BD4-9405-520CB790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6E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CE6EF"/>
                </a:solidFill>
                <a:latin typeface="Malgun Gothic"/>
                <a:ea typeface="Malgun Gothic"/>
                <a:cs typeface="Malgun Gothic"/>
              </a:rPr>
              <a:t>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880163-3658-47CF-99EC-055D82D9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33550"/>
            <a:ext cx="3619500" cy="4038600"/>
          </a:xfrm>
          <a:prstGeom xmlns:a="http://schemas.openxmlformats.org/drawingml/2006/main" prst="roundRect">
            <a:avLst>
              <a:gd name="adj" fmla="val 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DF526-3E76-4F19-92EB-0D1664B3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DataSet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CD9DB1-7BA2-44B2-9488-23475428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17907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6744F9-FB8D-49F9-85A0-CF68F0A1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defaultDataset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C820F5-90F9-4268-846D-830E1CB3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31623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F8FAD9-AB1F-4429-B1FB-62853D16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courseNm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73967B-B4BC-4917-9DED-BAF1B90F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28950"/>
            <a:ext cx="9715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733961-189B-4C0A-B5D2-AC4595DF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289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string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19103A-82F1-4061-B452-BF1D4306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31623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6BD9FA-603E-4BAD-A7A2-4F8057E9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195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requiredYn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B3D4C5-FBBE-4F36-903E-34FF9CF8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52850"/>
            <a:ext cx="9715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92049E-387E-460B-9D6B-91A5F715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7528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boolean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6D8B6E-8E8F-4032-8F7E-A34CD95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1623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F4A331-8782-4E00-913E-D856FD74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rows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5318BC-5B9F-4D1E-906C-9AB61A3B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9715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ED4FA1-9678-4A1C-86AB-6172770A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767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object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01FEB9-73EA-4A33-ACEF-E482BB95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Ctrl+C / Ctrl+V / Ctrl+Z · 자동 완성 · 오류 밑줄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822F1B-99E2-4176-A3A1-E627D1CD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QUASAR TOOL · SCREEN COMPONENT GUIDE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34AC92-0BE2-4D20-B615-C5695EC0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86275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CB696B-993C-4558-8F8A-964FD5CE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976D2"/>
                </a:solidFill>
                <a:latin typeface="Malgun Gothic"/>
                <a:ea typeface="Malgun Gothic"/>
                <a:cs typeface="Malgun Gothic"/>
              </a:rPr>
              <a:t>10 ·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FB2AA-E5DD-4BD8-9FDC-EBCD62F3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저장 순간 화면 단위로 Vue를 다시 생성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377A1-B5F8-4839-8314-31F6EB18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정방향 생성과 역변환을 모두 지원하며 수동 명령으로도 동일하게 실행할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BE182-54C8-4435-A60B-02F2CB5F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9835A-884C-4410-8669-71230ECE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2724150" cy="1238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87C40-C1AB-40E0-B5D3-30ABE653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C2049-06AB-4795-B71A-CEB0CEE9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Page.json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0AB62-DD48-4748-9706-C3BAC8FC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컴포넌트 · props ·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19E2A-8A3A-4697-BB9C-DC523667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724150" cy="1238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7FB39-1DED-4E23-BC8D-0BAD9379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DA78F-1DBD-4FDF-8495-0AE8F55F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Page.js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1B193-DBF0-4F6C-BB41-6718E240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&lt;script setup&gt; 본문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623F1-F63B-48E9-8585-722ED558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95600"/>
            <a:ext cx="2857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32DA4-7151-4BD2-A7A6-E997F66E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956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74E1E-6506-42D7-9047-49098A85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289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generate-vue.mjs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55ED7-9C6E-4CD0-92F8-27D88B89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52800"/>
            <a:ext cx="2533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검증 · template · script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23885-0491-4339-8274-3156C8EF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95600"/>
            <a:ext cx="27622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59CBF-B39D-4A1E-9C2F-274B3A64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956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362C5-970D-4C5E-AB34-A26FFBB5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289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Page.vue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51125-B908-4647-9E80-F5734464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52800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Quasar 실행 결과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0504A2-A42E-4F07-AB78-0AA2C1B7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6037C-0D97-46EE-AAF9-30F8B44C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290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E02D16-8F91-4992-B7C8-0A432215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62300"/>
            <a:ext cx="1028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F799B2-4978-4357-BFB2-8323BD4F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29150"/>
            <a:ext cx="28575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8A877-E933-4EC8-B6E5-E08C8852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291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npm run generate:vue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C8631B-8663-43B0-90F6-C633BD1D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00600"/>
            <a:ext cx="32766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83D1D9-6978-480B-801A-A6FCBC21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006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npm run generate:json  ← 역변환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44D807-8FC5-4930-BAEF-A901C91A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53050"/>
            <a:ext cx="11163300" cy="800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CF3E6E-EB39-4F9D-BD8E-3BAC9499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530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A638D4-D627-44A5-8366-63979FCA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1083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02B"/>
                </a:solidFill>
                <a:latin typeface="Malgun Gothic"/>
                <a:ea typeface="Malgun Gothic"/>
                <a:cs typeface="Malgun Gothic"/>
              </a:rPr>
              <a:t>자동 처리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42C971-C9BD-4FCA-8115-47D9AEA2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83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VS Code 저장 이벤트 또는 watch:vue가 변경된 JSON/JS의 대응 화면만 생성합니다.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D5B388-C243-44C1-9A08-885A0643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QUASAR TOOL · SCREEN COMPONENT GUIDE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7BC608-67E0-4991-B029-1C278C2C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17D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3055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02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9D9A10-D0D3-4055-94B6-BB9F0DB7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2B7F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2B7F2"/>
                </a:solidFill>
                <a:latin typeface="Malgun Gothic"/>
                <a:ea typeface="Malgun Gothic"/>
                <a:cs typeface="Malgun Gothic"/>
              </a:rPr>
              <a:t>QUICK START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ABD55-8780-41FC-9BB8-F34A6DBD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하나를 완성하는 6단계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19A6D-0947-48F6-B91B-EBCEAEFC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3352800" cy="13906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2E34D-B856-4A40-BDBE-1C335CBD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2B7F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2B7F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5D426-01B9-44E1-AA21-89505322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JSON Open With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90CCE-0D18-496B-B1DB-4DE9BC80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C3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C3CE"/>
                </a:solidFill>
                <a:latin typeface="Malgun Gothic"/>
                <a:ea typeface="Malgun Gothic"/>
                <a:cs typeface="Malgun Gothic"/>
              </a:rPr>
              <a:t>Quasar UI Tool Editor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75A95-3D46-4EB8-9760-8C2626EF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57350"/>
            <a:ext cx="3352800" cy="13906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F5479-F65A-4F09-9068-176DCDCC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DBA7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DBA7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C8E8F-0261-410C-8D5B-A1A03AE4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Palette 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5B032-2EDB-4F26-9725-B2C7A887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C3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C3CE"/>
                </a:solidFill>
                <a:latin typeface="Malgun Gothic"/>
                <a:ea typeface="Malgun Gothic"/>
                <a:cs typeface="Malgun Gothic"/>
              </a:rPr>
              <a:t>클릭 또는 드래그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2528E-3838-4405-A148-B240D540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57350"/>
            <a:ext cx="3352800" cy="13906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01345-AAFB-4A5C-BDFA-8AD5E058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2B7F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2B7F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2BD34-CDCA-4C68-A17C-A7196DF8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Properties 설정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6CC16-9F39-4DCC-BC1E-BB6F27BE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336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C3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C3CE"/>
                </a:solidFill>
                <a:latin typeface="Malgun Gothic"/>
                <a:ea typeface="Malgun Gothic"/>
                <a:cs typeface="Malgun Gothic"/>
              </a:rPr>
              <a:t>class · style · props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48769-7922-4F2A-8C6E-51242D29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3352800" cy="13906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E0FBE4-7B67-4F5B-A591-78C29AD0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DBA7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DBA7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EB1E3-2E45-4175-9A3C-78D4F1D3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Events 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A58A9B-5C95-4003-88E1-888DEE02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C3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C3CE"/>
                </a:solidFill>
                <a:latin typeface="Malgun Gothic"/>
                <a:ea typeface="Malgun Gothic"/>
                <a:cs typeface="Malgun Gothic"/>
              </a:rPr>
              <a:t>[...] 메서드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8154E-4936-459F-B768-34EC6C54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09950"/>
            <a:ext cx="3352800" cy="13906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96885-54FF-4EE3-82EA-4A44FC34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62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2B7F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2B7F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23DE9C-8A58-4264-AFE1-4F48EDB5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052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Script/DataSet 편집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F2A6C3-38BB-46F3-93C8-81189735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862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C3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C3CE"/>
                </a:solidFill>
                <a:latin typeface="Malgun Gothic"/>
                <a:ea typeface="Malgun Gothic"/>
                <a:cs typeface="Malgun Gothic"/>
              </a:rPr>
              <a:t>Monaco와 필드 정의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A6F1E-0008-41A4-ABE2-3630DF52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9950"/>
            <a:ext cx="3352800" cy="13906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2D333B"/>
          </a:solidFill>
          <a:ln xmlns:a="http://schemas.openxmlformats.org/drawingml/2006/main" w="9525">
            <a:solidFill>
              <a:srgbClr val="454C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E77B25-E9F2-49C2-B29E-96ECF9FB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62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DBA7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DBA74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F50E6C-8B00-4691-8809-C5450DFF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052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저장 후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E4AB6D-D40C-4DDD-9F23-83246328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862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C3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C3CE"/>
                </a:solidFill>
                <a:latin typeface="Malgun Gothic"/>
                <a:ea typeface="Malgun Gothic"/>
                <a:cs typeface="Malgun Gothic"/>
              </a:rPr>
              <a:t>Vue 생성 · Browser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522E08-3774-496E-BE86-222A94AB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07823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43B53"/>
          </a:solidFill>
          <a:ln xmlns:a="http://schemas.openxmlformats.org/drawingml/2006/main" w="9525">
            <a:solidFill>
              <a:srgbClr val="31577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877423-18D9-48DC-A8EA-E49027E0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530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2B7F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2B7F2"/>
                </a:solidFill>
                <a:latin typeface="Malgun Gothic"/>
                <a:ea typeface="Malgun Gothic"/>
                <a:cs typeface="Malgun Gothic"/>
              </a:rPr>
              <a:t>기준 문서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4A530E-2C32-4086-BFF6-1B5A765E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530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docs/user-manual.md  ·  development-guide.md  ·  vscode-extension-file-reference.md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8196B-FA7C-4FC9-8C44-6CD3C790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FA1B2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8FA1B2"/>
                </a:solidFill>
                <a:latin typeface="Malgun Gothic"/>
                <a:ea typeface="Malgun Gothic"/>
                <a:cs typeface="Malgun Gothic"/>
              </a:rPr>
              <a:t>QUASAR TOOL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A18603-2794-4ED2-A637-844AF664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FA1B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FA1B2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82400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2026-06-20T01:47:29.6490000Z</dcterms:created>
  <dcterms:modified xsi:type="dcterms:W3CDTF">2026-06-20T01:47:29.6490000Z</dcterms:modified>
</coreProperties>
</file>